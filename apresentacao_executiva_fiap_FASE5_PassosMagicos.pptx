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3" r:id="rId5"/>
    <p:sldId id="264" r:id="rId6"/>
    <p:sldId id="265" r:id="rId7"/>
    <p:sldId id="266" r:id="rId8"/>
    <p:sldId id="260" r:id="rId9"/>
    <p:sldId id="262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A15B"/>
    <a:srgbClr val="4FA3E3"/>
    <a:srgbClr val="D95B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8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ônica Mariano" userId="aeb9267fc3f99832" providerId="LiveId" clId="{3A6F188E-30AF-4748-8D03-5189B45DAC37}"/>
    <pc:docChg chg="undo custSel addSld delSld modSld">
      <pc:chgData name="Mônica Mariano" userId="aeb9267fc3f99832" providerId="LiveId" clId="{3A6F188E-30AF-4748-8D03-5189B45DAC37}" dt="2026-09-29T01:35:28.029" v="1351" actId="113"/>
      <pc:docMkLst>
        <pc:docMk/>
      </pc:docMkLst>
      <pc:sldChg chg="delSp modSp mod delAnim">
        <pc:chgData name="Mônica Mariano" userId="aeb9267fc3f99832" providerId="LiveId" clId="{3A6F188E-30AF-4748-8D03-5189B45DAC37}" dt="2026-09-29T01:35:28.029" v="1351" actId="113"/>
        <pc:sldMkLst>
          <pc:docMk/>
          <pc:sldMk cId="0" sldId="256"/>
        </pc:sldMkLst>
        <pc:spChg chg="mod">
          <ac:chgData name="Mônica Mariano" userId="aeb9267fc3f99832" providerId="LiveId" clId="{3A6F188E-30AF-4748-8D03-5189B45DAC37}" dt="2026-09-28T18:39:12.180" v="2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5:28.029" v="1351" actId="113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Mônica Mariano" userId="aeb9267fc3f99832" providerId="LiveId" clId="{3A6F188E-30AF-4748-8D03-5189B45DAC37}" dt="2026-09-28T20:13:33.198" v="623" actId="478"/>
          <ac:spMkLst>
            <pc:docMk/>
            <pc:sldMk cId="0" sldId="256"/>
            <ac:spMk id="16" creationId="{00000000-0000-0000-0000-000000000000}"/>
          </ac:spMkLst>
        </pc:spChg>
        <pc:picChg chg="del mod">
          <ac:chgData name="Mônica Mariano" userId="aeb9267fc3f99832" providerId="LiveId" clId="{3A6F188E-30AF-4748-8D03-5189B45DAC37}" dt="2026-09-28T18:36:17.310" v="1" actId="478"/>
          <ac:picMkLst>
            <pc:docMk/>
            <pc:sldMk cId="0" sldId="256"/>
            <ac:picMk id="9" creationId="{759B2E48-EB5B-7A4D-D45E-D45D28CD10F3}"/>
          </ac:picMkLst>
        </pc:picChg>
      </pc:sldChg>
      <pc:sldChg chg="modSp mod">
        <pc:chgData name="Mônica Mariano" userId="aeb9267fc3f99832" providerId="LiveId" clId="{3A6F188E-30AF-4748-8D03-5189B45DAC37}" dt="2026-09-29T01:28:13.221" v="1318" actId="20577"/>
        <pc:sldMkLst>
          <pc:docMk/>
          <pc:sldMk cId="0" sldId="257"/>
        </pc:sldMkLst>
        <pc:spChg chg="mod">
          <ac:chgData name="Mônica Mariano" userId="aeb9267fc3f99832" providerId="LiveId" clId="{3A6F188E-30AF-4748-8D03-5189B45DAC37}" dt="2026-09-28T20:14:44.716" v="631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14:49.854" v="632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0:58.284" v="714" actId="20577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15:24.094" v="641" actId="20577"/>
          <ac:spMkLst>
            <pc:docMk/>
            <pc:sldMk cId="0" sldId="257"/>
            <ac:spMk id="11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1:11.533" v="716"/>
          <ac:spMkLst>
            <pc:docMk/>
            <pc:sldMk cId="0" sldId="257"/>
            <ac:spMk id="12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15:30.164" v="648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1:34.097" v="71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15:34.664" v="657" actId="20577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1:54.107" v="719" actId="6549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25:40.325" v="1285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26:14.815" v="1298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27:18.233" v="1305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28:13.221" v="1318" actId="20577"/>
          <ac:spMkLst>
            <pc:docMk/>
            <pc:sldMk cId="0" sldId="257"/>
            <ac:spMk id="22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49:32.523" v="156" actId="20577"/>
          <ac:spMkLst>
            <pc:docMk/>
            <pc:sldMk cId="0" sldId="257"/>
            <ac:spMk id="24" creationId="{00000000-0000-0000-0000-000000000000}"/>
          </ac:spMkLst>
        </pc:spChg>
      </pc:sldChg>
      <pc:sldChg chg="addSp delSp modSp mod">
        <pc:chgData name="Mônica Mariano" userId="aeb9267fc3f99832" providerId="LiveId" clId="{3A6F188E-30AF-4748-8D03-5189B45DAC37}" dt="2026-09-28T20:27:12.426" v="797" actId="27636"/>
        <pc:sldMkLst>
          <pc:docMk/>
          <pc:sldMk cId="0" sldId="258"/>
        </pc:sldMkLst>
        <pc:spChg chg="mod">
          <ac:chgData name="Mônica Mariano" userId="aeb9267fc3f99832" providerId="LiveId" clId="{3A6F188E-30AF-4748-8D03-5189B45DAC37}" dt="2026-09-28T19:51:33.172" v="167" actId="1076"/>
          <ac:spMkLst>
            <pc:docMk/>
            <pc:sldMk cId="0" sldId="258"/>
            <ac:spMk id="5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51:24.287" v="166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51:45.354" v="170" actId="1076"/>
          <ac:spMkLst>
            <pc:docMk/>
            <pc:sldMk cId="0" sldId="258"/>
            <ac:spMk id="9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51:33.172" v="167" actId="1076"/>
          <ac:spMkLst>
            <pc:docMk/>
            <pc:sldMk cId="0" sldId="258"/>
            <ac:spMk id="10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51:33.172" v="167" actId="1076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5:20.740" v="785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51:24.287" v="166" actId="1076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01:21.186" v="380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3:21.214" v="748" actId="2057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5:39.677" v="78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51:24.287" v="166" actId="1076"/>
          <ac:spMkLst>
            <pc:docMk/>
            <pc:sldMk cId="0" sldId="258"/>
            <ac:spMk id="17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01:23.573" v="382" actId="2057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4:44.043" v="769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6:45.331" v="791" actId="27636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01:25.934" v="384" actId="2057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4:52.797" v="784" actId="2057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7:01.599" v="795" actId="27636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01:31.280" v="390" actId="20577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51:24.287" v="166" actId="1076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0:27:12.426" v="797" actId="27636"/>
          <ac:spMkLst>
            <pc:docMk/>
            <pc:sldMk cId="0" sldId="258"/>
            <ac:spMk id="28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49:41.930" v="157" actId="20577"/>
          <ac:spMkLst>
            <pc:docMk/>
            <pc:sldMk cId="0" sldId="258"/>
            <ac:spMk id="31" creationId="{00000000-0000-0000-0000-000000000000}"/>
          </ac:spMkLst>
        </pc:spChg>
        <pc:spChg chg="add del">
          <ac:chgData name="Mônica Mariano" userId="aeb9267fc3f99832" providerId="LiveId" clId="{3A6F188E-30AF-4748-8D03-5189B45DAC37}" dt="2026-09-28T19:51:47.432" v="171" actId="22"/>
          <ac:spMkLst>
            <pc:docMk/>
            <pc:sldMk cId="0" sldId="258"/>
            <ac:spMk id="33" creationId="{8D8FAFA4-B5BE-118C-FFB6-75C9D4507A54}"/>
          </ac:spMkLst>
        </pc:spChg>
        <pc:spChg chg="add del">
          <ac:chgData name="Mônica Mariano" userId="aeb9267fc3f99832" providerId="LiveId" clId="{3A6F188E-30AF-4748-8D03-5189B45DAC37}" dt="2026-09-28T19:51:47.432" v="171" actId="22"/>
          <ac:spMkLst>
            <pc:docMk/>
            <pc:sldMk cId="0" sldId="258"/>
            <ac:spMk id="35" creationId="{D97AFA90-91AA-9EF3-20C7-4773C3B27239}"/>
          </ac:spMkLst>
        </pc:spChg>
        <pc:spChg chg="add del">
          <ac:chgData name="Mônica Mariano" userId="aeb9267fc3f99832" providerId="LiveId" clId="{3A6F188E-30AF-4748-8D03-5189B45DAC37}" dt="2026-09-28T19:51:47.432" v="171" actId="22"/>
          <ac:spMkLst>
            <pc:docMk/>
            <pc:sldMk cId="0" sldId="258"/>
            <ac:spMk id="37" creationId="{7BAE74F5-B213-D5D4-5967-4C25A383503B}"/>
          </ac:spMkLst>
        </pc:spChg>
        <pc:spChg chg="add del">
          <ac:chgData name="Mônica Mariano" userId="aeb9267fc3f99832" providerId="LiveId" clId="{3A6F188E-30AF-4748-8D03-5189B45DAC37}" dt="2026-09-28T19:51:47.432" v="171" actId="22"/>
          <ac:spMkLst>
            <pc:docMk/>
            <pc:sldMk cId="0" sldId="258"/>
            <ac:spMk id="39" creationId="{9850A0F1-1145-C486-E92D-8903C384EDC1}"/>
          </ac:spMkLst>
        </pc:spChg>
        <pc:spChg chg="add del">
          <ac:chgData name="Mônica Mariano" userId="aeb9267fc3f99832" providerId="LiveId" clId="{3A6F188E-30AF-4748-8D03-5189B45DAC37}" dt="2026-09-28T19:51:47.432" v="171" actId="22"/>
          <ac:spMkLst>
            <pc:docMk/>
            <pc:sldMk cId="0" sldId="258"/>
            <ac:spMk id="41" creationId="{EEEC9288-703E-5ABD-C3C7-F0BB34FB1061}"/>
          </ac:spMkLst>
        </pc:spChg>
        <pc:spChg chg="add mod ord">
          <ac:chgData name="Mônica Mariano" userId="aeb9267fc3f99832" providerId="LiveId" clId="{3A6F188E-30AF-4748-8D03-5189B45DAC37}" dt="2026-09-28T19:52:15.374" v="174" actId="167"/>
          <ac:spMkLst>
            <pc:docMk/>
            <pc:sldMk cId="0" sldId="258"/>
            <ac:spMk id="43" creationId="{5B5F8499-4F9B-291B-AACF-CDBDFACBB914}"/>
          </ac:spMkLst>
        </pc:spChg>
        <pc:spChg chg="add mod">
          <ac:chgData name="Mônica Mariano" userId="aeb9267fc3f99832" providerId="LiveId" clId="{3A6F188E-30AF-4748-8D03-5189B45DAC37}" dt="2026-09-28T20:01:09.492" v="376" actId="207"/>
          <ac:spMkLst>
            <pc:docMk/>
            <pc:sldMk cId="0" sldId="258"/>
            <ac:spMk id="45" creationId="{08402DC2-B989-9317-F193-901D5ACFA962}"/>
          </ac:spMkLst>
        </pc:spChg>
        <pc:spChg chg="add mod">
          <ac:chgData name="Mônica Mariano" userId="aeb9267fc3f99832" providerId="LiveId" clId="{3A6F188E-30AF-4748-8D03-5189B45DAC37}" dt="2026-09-28T20:01:18.191" v="378" actId="20577"/>
          <ac:spMkLst>
            <pc:docMk/>
            <pc:sldMk cId="0" sldId="258"/>
            <ac:spMk id="47" creationId="{B001659C-A59B-658E-D7BF-0ACF15A96F24}"/>
          </ac:spMkLst>
        </pc:spChg>
        <pc:spChg chg="add mod">
          <ac:chgData name="Mônica Mariano" userId="aeb9267fc3f99832" providerId="LiveId" clId="{3A6F188E-30AF-4748-8D03-5189B45DAC37}" dt="2026-09-28T20:24:07.084" v="757" actId="14100"/>
          <ac:spMkLst>
            <pc:docMk/>
            <pc:sldMk cId="0" sldId="258"/>
            <ac:spMk id="49" creationId="{6D7F7D42-B94E-E644-695D-3376FD66C5A9}"/>
          </ac:spMkLst>
        </pc:spChg>
        <pc:spChg chg="add mod">
          <ac:chgData name="Mônica Mariano" userId="aeb9267fc3f99832" providerId="LiveId" clId="{3A6F188E-30AF-4748-8D03-5189B45DAC37}" dt="2026-09-28T20:25:58.326" v="787"/>
          <ac:spMkLst>
            <pc:docMk/>
            <pc:sldMk cId="0" sldId="258"/>
            <ac:spMk id="51" creationId="{A3064561-326C-8264-7E6E-37455EF850E5}"/>
          </ac:spMkLst>
        </pc:spChg>
      </pc:sldChg>
      <pc:sldChg chg="delSp modSp del mod">
        <pc:chgData name="Mônica Mariano" userId="aeb9267fc3f99832" providerId="LiveId" clId="{3A6F188E-30AF-4748-8D03-5189B45DAC37}" dt="2026-09-29T01:22:48.429" v="1281" actId="47"/>
        <pc:sldMkLst>
          <pc:docMk/>
          <pc:sldMk cId="0" sldId="259"/>
        </pc:sldMkLst>
        <pc:spChg chg="mod">
          <ac:chgData name="Mônica Mariano" userId="aeb9267fc3f99832" providerId="LiveId" clId="{3A6F188E-30AF-4748-8D03-5189B45DAC37}" dt="2026-09-28T20:31:10.847" v="801" actId="20577"/>
          <ac:spMkLst>
            <pc:docMk/>
            <pc:sldMk cId="0" sldId="259"/>
            <ac:spMk id="3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2:06:52.989" v="1043" actId="12"/>
          <ac:spMkLst>
            <pc:docMk/>
            <pc:sldMk cId="0" sldId="259"/>
            <ac:spMk id="4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5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6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9.935" v="551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9.935" v="551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13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14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15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9.935" v="551" actId="478"/>
          <ac:spMkLst>
            <pc:docMk/>
            <pc:sldMk cId="0" sldId="259"/>
            <ac:spMk id="16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18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19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9.935" v="551" actId="478"/>
          <ac:spMkLst>
            <pc:docMk/>
            <pc:sldMk cId="0" sldId="259"/>
            <ac:spMk id="20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21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22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6.117" v="550" actId="478"/>
          <ac:spMkLst>
            <pc:docMk/>
            <pc:sldMk cId="0" sldId="259"/>
            <ac:spMk id="23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08:39.935" v="551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Mônica Mariano" userId="aeb9267fc3f99832" providerId="LiveId" clId="{3A6F188E-30AF-4748-8D03-5189B45DAC37}" dt="2026-09-28T20:31:35.834" v="802" actId="478"/>
          <ac:spMkLst>
            <pc:docMk/>
            <pc:sldMk cId="0" sldId="259"/>
            <ac:spMk id="25" creationId="{00000000-0000-0000-0000-000000000000}"/>
          </ac:spMkLst>
        </pc:spChg>
        <pc:spChg chg="del mod">
          <ac:chgData name="Mônica Mariano" userId="aeb9267fc3f99832" providerId="LiveId" clId="{3A6F188E-30AF-4748-8D03-5189B45DAC37}" dt="2026-09-28T20:31:39.303" v="803" actId="478"/>
          <ac:spMkLst>
            <pc:docMk/>
            <pc:sldMk cId="0" sldId="259"/>
            <ac:spMk id="26" creationId="{00000000-0000-0000-0000-000000000000}"/>
          </ac:spMkLst>
        </pc:spChg>
        <pc:spChg chg="del mod">
          <ac:chgData name="Mônica Mariano" userId="aeb9267fc3f99832" providerId="LiveId" clId="{3A6F188E-30AF-4748-8D03-5189B45DAC37}" dt="2026-09-28T20:31:45.826" v="806" actId="478"/>
          <ac:spMkLst>
            <pc:docMk/>
            <pc:sldMk cId="0" sldId="259"/>
            <ac:spMk id="27" creationId="{00000000-0000-0000-0000-000000000000}"/>
          </ac:spMkLst>
        </pc:spChg>
        <pc:spChg chg="del mod">
          <ac:chgData name="Mônica Mariano" userId="aeb9267fc3f99832" providerId="LiveId" clId="{3A6F188E-30AF-4748-8D03-5189B45DAC37}" dt="2026-09-28T20:31:43.542" v="805" actId="478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49:49.051" v="159" actId="20577"/>
          <ac:spMkLst>
            <pc:docMk/>
            <pc:sldMk cId="0" sldId="259"/>
            <ac:spMk id="33" creationId="{00000000-0000-0000-0000-000000000000}"/>
          </ac:spMkLst>
        </pc:spChg>
      </pc:sldChg>
      <pc:sldChg chg="addSp delSp modSp mod">
        <pc:chgData name="Mônica Mariano" userId="aeb9267fc3f99832" providerId="LiveId" clId="{3A6F188E-30AF-4748-8D03-5189B45DAC37}" dt="2026-09-28T21:40:14.186" v="989" actId="207"/>
        <pc:sldMkLst>
          <pc:docMk/>
          <pc:sldMk cId="0" sldId="260"/>
        </pc:sldMkLst>
        <pc:spChg chg="mod">
          <ac:chgData name="Mônica Mariano" userId="aeb9267fc3f99832" providerId="LiveId" clId="{3A6F188E-30AF-4748-8D03-5189B45DAC37}" dt="2026-09-28T21:32:27.544" v="979" actId="6549"/>
          <ac:spMkLst>
            <pc:docMk/>
            <pc:sldMk cId="0" sldId="260"/>
            <ac:spMk id="4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27:41.208" v="900" actId="11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28:53.313" v="905" actId="6549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28:28.476" v="904" actId="11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29:27.300" v="933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29:40.112" v="960" actId="20577"/>
          <ac:spMkLst>
            <pc:docMk/>
            <pc:sldMk cId="0" sldId="260"/>
            <ac:spMk id="21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29:49.771" v="961"/>
          <ac:spMkLst>
            <pc:docMk/>
            <pc:sldMk cId="0" sldId="260"/>
            <ac:spMk id="22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29:59.216" v="973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30:17.831" v="974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21:39:04.499" v="987" actId="6549"/>
          <ac:spMkLst>
            <pc:docMk/>
            <pc:sldMk cId="0" sldId="260"/>
            <ac:spMk id="29" creationId="{00000000-0000-0000-0000-000000000000}"/>
          </ac:spMkLst>
        </pc:spChg>
        <pc:spChg chg="mod">
          <ac:chgData name="Mônica Mariano" userId="aeb9267fc3f99832" providerId="LiveId" clId="{3A6F188E-30AF-4748-8D03-5189B45DAC37}" dt="2026-09-28T19:49:53.892" v="161" actId="20577"/>
          <ac:spMkLst>
            <pc:docMk/>
            <pc:sldMk cId="0" sldId="260"/>
            <ac:spMk id="31" creationId="{00000000-0000-0000-0000-000000000000}"/>
          </ac:spMkLst>
        </pc:spChg>
        <pc:spChg chg="add mod">
          <ac:chgData name="Mônica Mariano" userId="aeb9267fc3f99832" providerId="LiveId" clId="{3A6F188E-30AF-4748-8D03-5189B45DAC37}" dt="2026-09-28T21:40:14.186" v="989" actId="207"/>
          <ac:spMkLst>
            <pc:docMk/>
            <pc:sldMk cId="0" sldId="260"/>
            <ac:spMk id="33" creationId="{0E99057B-1418-5555-866A-70D62F8ADF40}"/>
          </ac:spMkLst>
        </pc:spChg>
        <pc:graphicFrameChg chg="add del mod modGraphic">
          <ac:chgData name="Mônica Mariano" userId="aeb9267fc3f99832" providerId="LiveId" clId="{3A6F188E-30AF-4748-8D03-5189B45DAC37}" dt="2026-09-28T21:37:20.979" v="984" actId="478"/>
          <ac:graphicFrameMkLst>
            <pc:docMk/>
            <pc:sldMk cId="0" sldId="260"/>
            <ac:graphicFrameMk id="28" creationId="{77C512AF-0ADE-FFE9-36A4-BA856C53B577}"/>
          </ac:graphicFrameMkLst>
        </pc:graphicFrameChg>
      </pc:sldChg>
      <pc:sldChg chg="modSp mod">
        <pc:chgData name="Mônica Mariano" userId="aeb9267fc3f99832" providerId="LiveId" clId="{3A6F188E-30AF-4748-8D03-5189B45DAC37}" dt="2026-09-29T01:34:54.057" v="1350"/>
        <pc:sldMkLst>
          <pc:docMk/>
          <pc:sldMk cId="0" sldId="262"/>
        </pc:sldMkLst>
        <pc:spChg chg="mod">
          <ac:chgData name="Mônica Mariano" userId="aeb9267fc3f99832" providerId="LiveId" clId="{3A6F188E-30AF-4748-8D03-5189B45DAC37}" dt="2026-09-28T19:49:57.916" v="163" actId="20577"/>
          <ac:spMkLst>
            <pc:docMk/>
            <pc:sldMk cId="0" sldId="262"/>
            <ac:spMk id="21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2:29.650" v="1335" actId="1076"/>
          <ac:spMkLst>
            <pc:docMk/>
            <pc:sldMk cId="0" sldId="262"/>
            <ac:spMk id="26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2:32.665" v="1336" actId="1076"/>
          <ac:spMkLst>
            <pc:docMk/>
            <pc:sldMk cId="0" sldId="262"/>
            <ac:spMk id="27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0:23.642" v="1326" actId="113"/>
          <ac:spMkLst>
            <pc:docMk/>
            <pc:sldMk cId="0" sldId="262"/>
            <ac:spMk id="28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2:19.296" v="1333" actId="1076"/>
          <ac:spMkLst>
            <pc:docMk/>
            <pc:sldMk cId="0" sldId="262"/>
            <ac:spMk id="30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2:24.117" v="1334" actId="1076"/>
          <ac:spMkLst>
            <pc:docMk/>
            <pc:sldMk cId="0" sldId="262"/>
            <ac:spMk id="31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3:15.049" v="1341" actId="1076"/>
          <ac:spMkLst>
            <pc:docMk/>
            <pc:sldMk cId="0" sldId="262"/>
            <ac:spMk id="32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3:47.766" v="1345" actId="1076"/>
          <ac:spMkLst>
            <pc:docMk/>
            <pc:sldMk cId="0" sldId="262"/>
            <ac:spMk id="34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3:55.865" v="1346" actId="1076"/>
          <ac:spMkLst>
            <pc:docMk/>
            <pc:sldMk cId="0" sldId="262"/>
            <ac:spMk id="35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4:22.724" v="1349" actId="1076"/>
          <ac:spMkLst>
            <pc:docMk/>
            <pc:sldMk cId="0" sldId="262"/>
            <ac:spMk id="36" creationId="{00000000-0000-0000-0000-000000000000}"/>
          </ac:spMkLst>
        </pc:spChg>
        <pc:spChg chg="mod">
          <ac:chgData name="Mônica Mariano" userId="aeb9267fc3f99832" providerId="LiveId" clId="{3A6F188E-30AF-4748-8D03-5189B45DAC37}" dt="2026-09-29T01:34:54.057" v="1350"/>
          <ac:spMkLst>
            <pc:docMk/>
            <pc:sldMk cId="0" sldId="262"/>
            <ac:spMk id="39" creationId="{00000000-0000-0000-0000-000000000000}"/>
          </ac:spMkLst>
        </pc:spChg>
      </pc:sldChg>
      <pc:sldChg chg="addSp delSp modSp add mod setBg">
        <pc:chgData name="Mônica Mariano" userId="aeb9267fc3f99832" providerId="LiveId" clId="{3A6F188E-30AF-4748-8D03-5189B45DAC37}" dt="2026-09-29T00:41:52.266" v="1203" actId="207"/>
        <pc:sldMkLst>
          <pc:docMk/>
          <pc:sldMk cId="2134261991" sldId="263"/>
        </pc:sldMkLst>
        <pc:spChg chg="mod">
          <ac:chgData name="Mônica Mariano" userId="aeb9267fc3f99832" providerId="LiveId" clId="{3A6F188E-30AF-4748-8D03-5189B45DAC37}" dt="2026-09-28T21:48:41.028" v="998" actId="1076"/>
          <ac:spMkLst>
            <pc:docMk/>
            <pc:sldMk cId="2134261991" sldId="263"/>
            <ac:spMk id="3" creationId="{FDF3F71F-2AA2-852D-F165-D86A02747AC1}"/>
          </ac:spMkLst>
        </pc:spChg>
        <pc:spChg chg="del mod">
          <ac:chgData name="Mônica Mariano" userId="aeb9267fc3f99832" providerId="LiveId" clId="{3A6F188E-30AF-4748-8D03-5189B45DAC37}" dt="2026-09-28T23:54:38.750" v="1069" actId="478"/>
          <ac:spMkLst>
            <pc:docMk/>
            <pc:sldMk cId="2134261991" sldId="263"/>
            <ac:spMk id="4" creationId="{E9B1C68A-D07F-3017-B1E6-514E3707E51E}"/>
          </ac:spMkLst>
        </pc:spChg>
        <pc:spChg chg="add del mod">
          <ac:chgData name="Mônica Mariano" userId="aeb9267fc3f99832" providerId="LiveId" clId="{3A6F188E-30AF-4748-8D03-5189B45DAC37}" dt="2026-09-28T23:49:37.901" v="1044" actId="478"/>
          <ac:spMkLst>
            <pc:docMk/>
            <pc:sldMk cId="2134261991" sldId="263"/>
            <ac:spMk id="6" creationId="{1EEB371C-745E-DDEB-3794-18FC3EA1791E}"/>
          </ac:spMkLst>
        </pc:spChg>
        <pc:spChg chg="add del">
          <ac:chgData name="Mônica Mariano" userId="aeb9267fc3f99832" providerId="LiveId" clId="{3A6F188E-30AF-4748-8D03-5189B45DAC37}" dt="2026-09-28T23:49:37.901" v="1044" actId="478"/>
          <ac:spMkLst>
            <pc:docMk/>
            <pc:sldMk cId="2134261991" sldId="263"/>
            <ac:spMk id="8" creationId="{A6C89640-06C7-E58B-8131-685ED2B98C72}"/>
          </ac:spMkLst>
        </pc:spChg>
        <pc:spChg chg="add del mod">
          <ac:chgData name="Mônica Mariano" userId="aeb9267fc3f99832" providerId="LiveId" clId="{3A6F188E-30AF-4748-8D03-5189B45DAC37}" dt="2026-09-28T23:49:37.901" v="1044" actId="478"/>
          <ac:spMkLst>
            <pc:docMk/>
            <pc:sldMk cId="2134261991" sldId="263"/>
            <ac:spMk id="10" creationId="{673B641B-D21E-B18A-C1E4-E8210495C3E6}"/>
          </ac:spMkLst>
        </pc:spChg>
        <pc:spChg chg="add del mod">
          <ac:chgData name="Mônica Mariano" userId="aeb9267fc3f99832" providerId="LiveId" clId="{3A6F188E-30AF-4748-8D03-5189B45DAC37}" dt="2026-09-28T23:49:37.901" v="1044" actId="478"/>
          <ac:spMkLst>
            <pc:docMk/>
            <pc:sldMk cId="2134261991" sldId="263"/>
            <ac:spMk id="12" creationId="{9105CEE7-EF43-B5B5-5DD0-6806E737116A}"/>
          </ac:spMkLst>
        </pc:spChg>
        <pc:spChg chg="add del mod">
          <ac:chgData name="Mônica Mariano" userId="aeb9267fc3f99832" providerId="LiveId" clId="{3A6F188E-30AF-4748-8D03-5189B45DAC37}" dt="2026-09-28T23:49:37.901" v="1044" actId="478"/>
          <ac:spMkLst>
            <pc:docMk/>
            <pc:sldMk cId="2134261991" sldId="263"/>
            <ac:spMk id="14" creationId="{456B87BD-11D7-3651-7F4D-1B43C1489AE1}"/>
          </ac:spMkLst>
        </pc:spChg>
        <pc:spChg chg="add del mod">
          <ac:chgData name="Mônica Mariano" userId="aeb9267fc3f99832" providerId="LiveId" clId="{3A6F188E-30AF-4748-8D03-5189B45DAC37}" dt="2026-09-28T23:49:37.901" v="1044" actId="478"/>
          <ac:spMkLst>
            <pc:docMk/>
            <pc:sldMk cId="2134261991" sldId="263"/>
            <ac:spMk id="16" creationId="{B22C01A7-37CE-3A21-1E6F-C833FA2A2AA0}"/>
          </ac:spMkLst>
        </pc:spChg>
        <pc:spChg chg="add del mod">
          <ac:chgData name="Mônica Mariano" userId="aeb9267fc3f99832" providerId="LiveId" clId="{3A6F188E-30AF-4748-8D03-5189B45DAC37}" dt="2026-09-28T23:49:37.901" v="1044" actId="478"/>
          <ac:spMkLst>
            <pc:docMk/>
            <pc:sldMk cId="2134261991" sldId="263"/>
            <ac:spMk id="18" creationId="{3A134018-7E7C-30C5-7080-BBAB7B53DACA}"/>
          </ac:spMkLst>
        </pc:spChg>
        <pc:spChg chg="add del mod">
          <ac:chgData name="Mônica Mariano" userId="aeb9267fc3f99832" providerId="LiveId" clId="{3A6F188E-30AF-4748-8D03-5189B45DAC37}" dt="2026-09-28T23:49:37.901" v="1044" actId="478"/>
          <ac:spMkLst>
            <pc:docMk/>
            <pc:sldMk cId="2134261991" sldId="263"/>
            <ac:spMk id="20" creationId="{365C3438-7CD1-7F33-BDF8-3E582DB6D85D}"/>
          </ac:spMkLst>
        </pc:spChg>
        <pc:spChg chg="add mod">
          <ac:chgData name="Mônica Mariano" userId="aeb9267fc3f99832" providerId="LiveId" clId="{3A6F188E-30AF-4748-8D03-5189B45DAC37}" dt="2026-09-29T00:41:18.497" v="1200" actId="207"/>
          <ac:spMkLst>
            <pc:docMk/>
            <pc:sldMk cId="2134261991" sldId="263"/>
            <ac:spMk id="21" creationId="{FEFFD51E-0687-66C8-AEAA-05782EF2FC9A}"/>
          </ac:spMkLst>
        </pc:spChg>
        <pc:spChg chg="add mod ord">
          <ac:chgData name="Mônica Mariano" userId="aeb9267fc3f99832" providerId="LiveId" clId="{3A6F188E-30AF-4748-8D03-5189B45DAC37}" dt="2026-09-28T23:59:50.594" v="1107" actId="1076"/>
          <ac:spMkLst>
            <pc:docMk/>
            <pc:sldMk cId="2134261991" sldId="263"/>
            <ac:spMk id="22" creationId="{DC0A20D8-8244-A701-702B-B5F51E4B7A1A}"/>
          </ac:spMkLst>
        </pc:spChg>
        <pc:spChg chg="add del mod">
          <ac:chgData name="Mônica Mariano" userId="aeb9267fc3f99832" providerId="LiveId" clId="{3A6F188E-30AF-4748-8D03-5189B45DAC37}" dt="2026-09-28T23:58:23.996" v="1092" actId="478"/>
          <ac:spMkLst>
            <pc:docMk/>
            <pc:sldMk cId="2134261991" sldId="263"/>
            <ac:spMk id="24" creationId="{002EEEB5-2D7B-8C09-87A6-3C4B33F1AE96}"/>
          </ac:spMkLst>
        </pc:spChg>
        <pc:spChg chg="add del mod">
          <ac:chgData name="Mônica Mariano" userId="aeb9267fc3f99832" providerId="LiveId" clId="{3A6F188E-30AF-4748-8D03-5189B45DAC37}" dt="2026-09-28T23:59:17.541" v="1101" actId="478"/>
          <ac:spMkLst>
            <pc:docMk/>
            <pc:sldMk cId="2134261991" sldId="263"/>
            <ac:spMk id="26" creationId="{2A27072F-99E2-AD9D-0D9B-22A488648908}"/>
          </ac:spMkLst>
        </pc:spChg>
        <pc:spChg chg="add del mod">
          <ac:chgData name="Mônica Mariano" userId="aeb9267fc3f99832" providerId="LiveId" clId="{3A6F188E-30AF-4748-8D03-5189B45DAC37}" dt="2026-09-28T23:59:18.591" v="1102" actId="478"/>
          <ac:spMkLst>
            <pc:docMk/>
            <pc:sldMk cId="2134261991" sldId="263"/>
            <ac:spMk id="28" creationId="{D308D7B2-EC03-AD7E-3BCA-C7FF54740D6F}"/>
          </ac:spMkLst>
        </pc:spChg>
        <pc:spChg chg="add mod">
          <ac:chgData name="Mônica Mariano" userId="aeb9267fc3f99832" providerId="LiveId" clId="{3A6F188E-30AF-4748-8D03-5189B45DAC37}" dt="2026-09-28T23:59:50.594" v="1107" actId="1076"/>
          <ac:spMkLst>
            <pc:docMk/>
            <pc:sldMk cId="2134261991" sldId="263"/>
            <ac:spMk id="30" creationId="{2BE04537-CA0B-0BB6-54BF-E4BA682474F4}"/>
          </ac:spMkLst>
        </pc:spChg>
        <pc:spChg chg="add mod">
          <ac:chgData name="Mônica Mariano" userId="aeb9267fc3f99832" providerId="LiveId" clId="{3A6F188E-30AF-4748-8D03-5189B45DAC37}" dt="2026-09-29T00:41:22.751" v="1201" actId="207"/>
          <ac:spMkLst>
            <pc:docMk/>
            <pc:sldMk cId="2134261991" sldId="263"/>
            <ac:spMk id="35" creationId="{8C2B6605-9591-F543-7A5A-F8E0B98E39DE}"/>
          </ac:spMkLst>
        </pc:spChg>
        <pc:spChg chg="add mod">
          <ac:chgData name="Mônica Mariano" userId="aeb9267fc3f99832" providerId="LiveId" clId="{3A6F188E-30AF-4748-8D03-5189B45DAC37}" dt="2026-09-28T23:59:50.594" v="1107" actId="1076"/>
          <ac:spMkLst>
            <pc:docMk/>
            <pc:sldMk cId="2134261991" sldId="263"/>
            <ac:spMk id="37" creationId="{20117C7A-9223-34D5-7BA3-0D4809E6E71C}"/>
          </ac:spMkLst>
        </pc:spChg>
        <pc:spChg chg="add mod">
          <ac:chgData name="Mônica Mariano" userId="aeb9267fc3f99832" providerId="LiveId" clId="{3A6F188E-30AF-4748-8D03-5189B45DAC37}" dt="2026-09-29T00:41:42.441" v="1202" actId="207"/>
          <ac:spMkLst>
            <pc:docMk/>
            <pc:sldMk cId="2134261991" sldId="263"/>
            <ac:spMk id="39" creationId="{8D014758-4D69-0BF7-69A6-35A500446581}"/>
          </ac:spMkLst>
        </pc:spChg>
        <pc:spChg chg="add mod">
          <ac:chgData name="Mônica Mariano" userId="aeb9267fc3f99832" providerId="LiveId" clId="{3A6F188E-30AF-4748-8D03-5189B45DAC37}" dt="2026-09-29T00:08:09.709" v="1149" actId="14100"/>
          <ac:spMkLst>
            <pc:docMk/>
            <pc:sldMk cId="2134261991" sldId="263"/>
            <ac:spMk id="41" creationId="{7F73A6F3-28AE-6CDE-6760-D9D9D6EF1B08}"/>
          </ac:spMkLst>
        </pc:spChg>
        <pc:spChg chg="add mod">
          <ac:chgData name="Mônica Mariano" userId="aeb9267fc3f99832" providerId="LiveId" clId="{3A6F188E-30AF-4748-8D03-5189B45DAC37}" dt="2026-09-29T00:41:52.266" v="1203" actId="207"/>
          <ac:spMkLst>
            <pc:docMk/>
            <pc:sldMk cId="2134261991" sldId="263"/>
            <ac:spMk id="43" creationId="{DFE9984B-37E1-2831-A8C0-4347ECF10D48}"/>
          </ac:spMkLst>
        </pc:spChg>
      </pc:sldChg>
      <pc:sldChg chg="modSp add del mod setBg">
        <pc:chgData name="Mônica Mariano" userId="aeb9267fc3f99832" providerId="LiveId" clId="{3A6F188E-30AF-4748-8D03-5189B45DAC37}" dt="2026-09-28T21:26:11.966" v="897" actId="47"/>
        <pc:sldMkLst>
          <pc:docMk/>
          <pc:sldMk cId="2964300191" sldId="263"/>
        </pc:sldMkLst>
        <pc:spChg chg="mod">
          <ac:chgData name="Mônica Mariano" userId="aeb9267fc3f99832" providerId="LiveId" clId="{3A6F188E-30AF-4748-8D03-5189B45DAC37}" dt="2026-09-28T20:38:09.987" v="880" actId="14100"/>
          <ac:spMkLst>
            <pc:docMk/>
            <pc:sldMk cId="2964300191" sldId="263"/>
            <ac:spMk id="4" creationId="{FC1C09FC-6D0C-EAE9-340D-AFD391744D1A}"/>
          </ac:spMkLst>
        </pc:spChg>
      </pc:sldChg>
      <pc:sldChg chg="modSp add mod">
        <pc:chgData name="Mônica Mariano" userId="aeb9267fc3f99832" providerId="LiveId" clId="{3A6F188E-30AF-4748-8D03-5189B45DAC37}" dt="2026-09-29T00:44:10.950" v="1229" actId="113"/>
        <pc:sldMkLst>
          <pc:docMk/>
          <pc:sldMk cId="3525784695" sldId="264"/>
        </pc:sldMkLst>
        <pc:spChg chg="mod">
          <ac:chgData name="Mônica Mariano" userId="aeb9267fc3f99832" providerId="LiveId" clId="{3A6F188E-30AF-4748-8D03-5189B45DAC37}" dt="2026-09-29T00:29:55.686" v="1199"/>
          <ac:spMkLst>
            <pc:docMk/>
            <pc:sldMk cId="3525784695" sldId="264"/>
            <ac:spMk id="3" creationId="{D89F09C9-D462-1C1E-D198-9D44DE00259C}"/>
          </ac:spMkLst>
        </pc:spChg>
        <pc:spChg chg="mod">
          <ac:chgData name="Mônica Mariano" userId="aeb9267fc3f99832" providerId="LiveId" clId="{3A6F188E-30AF-4748-8D03-5189B45DAC37}" dt="2026-09-29T00:42:52.244" v="1212"/>
          <ac:spMkLst>
            <pc:docMk/>
            <pc:sldMk cId="3525784695" sldId="264"/>
            <ac:spMk id="21" creationId="{5B95FE75-D9FB-58DD-F4A4-3219E3D0A76C}"/>
          </ac:spMkLst>
        </pc:spChg>
        <pc:spChg chg="mod">
          <ac:chgData name="Mônica Mariano" userId="aeb9267fc3f99832" providerId="LiveId" clId="{3A6F188E-30AF-4748-8D03-5189B45DAC37}" dt="2026-09-29T00:43:13.499" v="1217"/>
          <ac:spMkLst>
            <pc:docMk/>
            <pc:sldMk cId="3525784695" sldId="264"/>
            <ac:spMk id="35" creationId="{01304A20-18F1-ABF5-5E8B-E2568D0F3248}"/>
          </ac:spMkLst>
        </pc:spChg>
        <pc:spChg chg="mod">
          <ac:chgData name="Mônica Mariano" userId="aeb9267fc3f99832" providerId="LiveId" clId="{3A6F188E-30AF-4748-8D03-5189B45DAC37}" dt="2026-09-29T00:43:56.649" v="1227" actId="14100"/>
          <ac:spMkLst>
            <pc:docMk/>
            <pc:sldMk cId="3525784695" sldId="264"/>
            <ac:spMk id="39" creationId="{17DFA66F-EADE-66B3-1662-FA6D7A33726E}"/>
          </ac:spMkLst>
        </pc:spChg>
        <pc:spChg chg="mod">
          <ac:chgData name="Mônica Mariano" userId="aeb9267fc3f99832" providerId="LiveId" clId="{3A6F188E-30AF-4748-8D03-5189B45DAC37}" dt="2026-09-29T00:44:10.950" v="1229" actId="113"/>
          <ac:spMkLst>
            <pc:docMk/>
            <pc:sldMk cId="3525784695" sldId="264"/>
            <ac:spMk id="43" creationId="{A6A71580-623F-B595-C3CA-E087FB0B8CD9}"/>
          </ac:spMkLst>
        </pc:spChg>
      </pc:sldChg>
      <pc:sldChg chg="modSp add mod">
        <pc:chgData name="Mônica Mariano" userId="aeb9267fc3f99832" providerId="LiveId" clId="{3A6F188E-30AF-4748-8D03-5189B45DAC37}" dt="2026-09-29T01:10:03.432" v="1251" actId="113"/>
        <pc:sldMkLst>
          <pc:docMk/>
          <pc:sldMk cId="3148852306" sldId="265"/>
        </pc:sldMkLst>
        <pc:spChg chg="mod">
          <ac:chgData name="Mônica Mariano" userId="aeb9267fc3f99832" providerId="LiveId" clId="{3A6F188E-30AF-4748-8D03-5189B45DAC37}" dt="2026-09-29T01:05:13.483" v="1234"/>
          <ac:spMkLst>
            <pc:docMk/>
            <pc:sldMk cId="3148852306" sldId="265"/>
            <ac:spMk id="3" creationId="{94FA810B-F98C-02A0-B39B-9C642E244409}"/>
          </ac:spMkLst>
        </pc:spChg>
        <pc:spChg chg="mod">
          <ac:chgData name="Mônica Mariano" userId="aeb9267fc3f99832" providerId="LiveId" clId="{3A6F188E-30AF-4748-8D03-5189B45DAC37}" dt="2026-09-29T01:05:40.734" v="1239"/>
          <ac:spMkLst>
            <pc:docMk/>
            <pc:sldMk cId="3148852306" sldId="265"/>
            <ac:spMk id="21" creationId="{3041A6E6-8403-AEA7-EACB-C14CF4520066}"/>
          </ac:spMkLst>
        </pc:spChg>
        <pc:spChg chg="mod">
          <ac:chgData name="Mônica Mariano" userId="aeb9267fc3f99832" providerId="LiveId" clId="{3A6F188E-30AF-4748-8D03-5189B45DAC37}" dt="2026-09-29T01:06:02.788" v="1244"/>
          <ac:spMkLst>
            <pc:docMk/>
            <pc:sldMk cId="3148852306" sldId="265"/>
            <ac:spMk id="35" creationId="{E25AC0DC-2401-CA87-E8EA-9AFB29E04943}"/>
          </ac:spMkLst>
        </pc:spChg>
        <pc:spChg chg="mod">
          <ac:chgData name="Mônica Mariano" userId="aeb9267fc3f99832" providerId="LiveId" clId="{3A6F188E-30AF-4748-8D03-5189B45DAC37}" dt="2026-09-29T01:07:07.757" v="1249"/>
          <ac:spMkLst>
            <pc:docMk/>
            <pc:sldMk cId="3148852306" sldId="265"/>
            <ac:spMk id="39" creationId="{1F860761-B481-389F-C0F8-BDE1C0359F71}"/>
          </ac:spMkLst>
        </pc:spChg>
        <pc:spChg chg="mod">
          <ac:chgData name="Mônica Mariano" userId="aeb9267fc3f99832" providerId="LiveId" clId="{3A6F188E-30AF-4748-8D03-5189B45DAC37}" dt="2026-09-29T01:10:03.432" v="1251" actId="113"/>
          <ac:spMkLst>
            <pc:docMk/>
            <pc:sldMk cId="3148852306" sldId="265"/>
            <ac:spMk id="43" creationId="{96D82BFD-4542-5F07-4C27-B7ACD541E84E}"/>
          </ac:spMkLst>
        </pc:spChg>
      </pc:sldChg>
      <pc:sldChg chg="modSp add mod">
        <pc:chgData name="Mônica Mariano" userId="aeb9267fc3f99832" providerId="LiveId" clId="{3A6F188E-30AF-4748-8D03-5189B45DAC37}" dt="2026-09-29T01:16:04.884" v="1280" actId="255"/>
        <pc:sldMkLst>
          <pc:docMk/>
          <pc:sldMk cId="3685565284" sldId="266"/>
        </pc:sldMkLst>
        <pc:spChg chg="mod">
          <ac:chgData name="Mônica Mariano" userId="aeb9267fc3f99832" providerId="LiveId" clId="{3A6F188E-30AF-4748-8D03-5189B45DAC37}" dt="2026-09-29T01:13:54.456" v="1256"/>
          <ac:spMkLst>
            <pc:docMk/>
            <pc:sldMk cId="3685565284" sldId="266"/>
            <ac:spMk id="3" creationId="{6BB332B9-0884-AC36-BA23-C0F5EC4F3446}"/>
          </ac:spMkLst>
        </pc:spChg>
        <pc:spChg chg="mod">
          <ac:chgData name="Mônica Mariano" userId="aeb9267fc3f99832" providerId="LiveId" clId="{3A6F188E-30AF-4748-8D03-5189B45DAC37}" dt="2026-09-29T01:14:21.210" v="1261"/>
          <ac:spMkLst>
            <pc:docMk/>
            <pc:sldMk cId="3685565284" sldId="266"/>
            <ac:spMk id="21" creationId="{123E2D75-14A7-E9CC-7A53-DD5DD60665C5}"/>
          </ac:spMkLst>
        </pc:spChg>
        <pc:spChg chg="mod">
          <ac:chgData name="Mônica Mariano" userId="aeb9267fc3f99832" providerId="LiveId" clId="{3A6F188E-30AF-4748-8D03-5189B45DAC37}" dt="2026-09-29T01:14:46.329" v="1266"/>
          <ac:spMkLst>
            <pc:docMk/>
            <pc:sldMk cId="3685565284" sldId="266"/>
            <ac:spMk id="35" creationId="{72E0C99A-1819-AC61-462C-2D534CDBA857}"/>
          </ac:spMkLst>
        </pc:spChg>
        <pc:spChg chg="mod">
          <ac:chgData name="Mônica Mariano" userId="aeb9267fc3f99832" providerId="LiveId" clId="{3A6F188E-30AF-4748-8D03-5189B45DAC37}" dt="2026-09-29T01:15:07.016" v="1272" actId="113"/>
          <ac:spMkLst>
            <pc:docMk/>
            <pc:sldMk cId="3685565284" sldId="266"/>
            <ac:spMk id="39" creationId="{1210A337-E657-6850-9A1F-8E93E30448E6}"/>
          </ac:spMkLst>
        </pc:spChg>
        <pc:spChg chg="mod">
          <ac:chgData name="Mônica Mariano" userId="aeb9267fc3f99832" providerId="LiveId" clId="{3A6F188E-30AF-4748-8D03-5189B45DAC37}" dt="2026-09-29T01:16:04.884" v="1280" actId="255"/>
          <ac:spMkLst>
            <pc:docMk/>
            <pc:sldMk cId="3685565284" sldId="266"/>
            <ac:spMk id="43" creationId="{F17AB3A7-593C-6B7F-E31B-86FBE182A8C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353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91BB4-7A6B-4DFE-08AD-4D2907266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87801-39E5-902A-401F-BD79E47E3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749BE8-7D2B-21A9-FC50-1447E7587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B2DB1-88C7-10C8-44EE-3445645B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46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BF240-743C-8FDD-A5FA-68A359452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BA5FE3-86B1-9C67-E461-32205ACAB9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00AB0E-B95C-D046-4249-7177AE903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476DB4-F1CB-634D-8529-B4E0748860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402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B9749-B2D2-F38F-6C6E-E0B680F9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8A6DD9-7233-4010-4609-7ED295166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498EF6-17EF-E30A-C79D-D2F8129AE8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403B5-58B2-5DB9-3C01-4809D1109C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6383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2EA73-83DC-FDCD-4CB6-36E9A2BBB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02267-21C5-8F4D-CC5A-FAF85BD464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FBBE70-3A5E-6E08-B6FC-FE6771FD1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812C98-7186-BFC1-0777-2EFD5CAEC6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826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fiap-fase4-e7durxjishnma5jeddrd4z.streamlit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fiap-fase5-q24ejm9brfisj7gxdrwxvh.streamlit.app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7744" cy="6858000"/>
          </a:xfrm>
          <a:prstGeom prst="rect">
            <a:avLst/>
          </a:prstGeom>
          <a:solidFill>
            <a:srgbClr val="FFFFFF"/>
          </a:solidFill>
          <a:ln w="1270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5669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D145B"/>
                </a:solidFill>
              </a:rPr>
              <a:t>FIAP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13232" y="1600200"/>
            <a:ext cx="640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 Challenge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FASE 5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758951" y="3154680"/>
            <a:ext cx="911656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dirty="0"/>
              <a:t>Análise das métricas educacionais da </a:t>
            </a:r>
            <a:r>
              <a:rPr lang="pt-BR" b="1" dirty="0"/>
              <a:t>Passos Mágicos </a:t>
            </a:r>
            <a:r>
              <a:rPr lang="pt-BR" dirty="0"/>
              <a:t>e disponibilização dos resultados em aplicação </a:t>
            </a:r>
            <a:r>
              <a:rPr lang="pt-BR" dirty="0" err="1"/>
              <a:t>Streamlit</a:t>
            </a:r>
            <a:r>
              <a:rPr lang="pt-BR" dirty="0"/>
              <a:t>.</a:t>
            </a:r>
            <a:endParaRPr lang="en-US" sz="1800" dirty="0"/>
          </a:p>
        </p:txBody>
      </p:sp>
      <p:sp>
        <p:nvSpPr>
          <p:cNvPr id="3" name="Text 5">
            <a:extLst>
              <a:ext uri="{FF2B5EF4-FFF2-40B4-BE49-F238E27FC236}">
                <a16:creationId xmlns:a16="http://schemas.microsoft.com/office/drawing/2014/main" id="{CAE8CD1B-B3C1-A73B-9D58-67B5CA57E2CA}"/>
              </a:ext>
            </a:extLst>
          </p:cNvPr>
          <p:cNvSpPr/>
          <p:nvPr/>
        </p:nvSpPr>
        <p:spPr>
          <a:xfrm>
            <a:off x="713232" y="5404104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4B5563"/>
                </a:solidFill>
              </a:rPr>
              <a:t>Mônica Ferreira Mariano Kawamura</a:t>
            </a:r>
            <a:endParaRPr lang="en-US" sz="1400" b="1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82"/>
    </mc:Choice>
    <mc:Fallback xmlns="">
      <p:transition spd="slow" advTm="708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11480"/>
            <a:ext cx="9326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51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</a:t>
            </a:r>
            <a:r>
              <a:rPr lang="en-US" sz="2400" b="1" dirty="0">
                <a:solidFill>
                  <a:srgbClr val="151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400" b="1" dirty="0" err="1">
                <a:solidFill>
                  <a:srgbClr val="151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77823"/>
            <a:ext cx="9509760" cy="265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pt-BR" sz="1200" dirty="0"/>
          </a:p>
          <a:p>
            <a:r>
              <a:rPr lang="pt-BR" sz="1200" dirty="0"/>
              <a:t>O projeto analisa os dados educacionais dos alunos da Passos Mágicos com o objetivo de identificar padrões de desempenho, evolução e possíveis fatores associados aos resultados acadêmicos.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13232" y="1865376"/>
            <a:ext cx="841248" cy="713232"/>
          </a:xfrm>
          <a:prstGeom prst="chevron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56432" y="1865376"/>
            <a:ext cx="841248" cy="713232"/>
          </a:xfrm>
          <a:prstGeom prst="chevron">
            <a:avLst/>
          </a:prstGeom>
          <a:solidFill>
            <a:srgbClr val="7A2B8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99632" y="1865376"/>
            <a:ext cx="841248" cy="713232"/>
          </a:xfrm>
          <a:prstGeom prst="chevron">
            <a:avLst/>
          </a:prstGeom>
          <a:solidFill>
            <a:srgbClr val="20C5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42832" y="1865376"/>
            <a:ext cx="841248" cy="713232"/>
          </a:xfrm>
          <a:prstGeom prst="chevron">
            <a:avLst/>
          </a:prstGeom>
          <a:solidFill>
            <a:srgbClr val="33B679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91640" y="1783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151C"/>
                </a:solidFill>
              </a:rPr>
              <a:t>Dados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39" y="2148840"/>
            <a:ext cx="152182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080" dirty="0"/>
              <a:t>Tratamento e preparação da base.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434840" y="1783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5151C"/>
                </a:solidFill>
              </a:rPr>
              <a:t>Modelagem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34840" y="2148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100" dirty="0"/>
              <a:t>Organização da base em tabelas relacionadas.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7178040" y="1783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5151C"/>
                </a:solidFill>
              </a:rPr>
              <a:t>Análise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78040" y="2148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100" dirty="0"/>
              <a:t>Criação de métricas, indicadores e dashboards.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921240" y="178308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5151C"/>
                </a:solidFill>
              </a:rPr>
              <a:t>Aplicação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921240" y="214884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100" dirty="0"/>
              <a:t>Disponibilização dos resultados em </a:t>
            </a:r>
            <a:r>
              <a:rPr lang="pt-BR" sz="1100" dirty="0" err="1"/>
              <a:t>Streamlit</a:t>
            </a:r>
            <a:r>
              <a:rPr lang="pt-BR" sz="1100" dirty="0"/>
              <a:t>.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4F5F7"/>
          </a:solidFill>
          <a:ln w="12700">
            <a:solidFill>
              <a:srgbClr val="E1E3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384048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145B"/>
                </a:solidFill>
              </a:rPr>
              <a:t>Resultado principal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4251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400" b="1" dirty="0"/>
              <a:t>Os dados mostram melhora recente na adequação de nível (IAN), com aumento dos alunos “em fase” em 2024, enquanto o desempenho acadêmico (IDA)  segue oscilante.</a:t>
            </a:r>
            <a:endParaRPr lang="en-US" sz="1350" b="1" dirty="0">
              <a:solidFill>
                <a:srgbClr val="15151C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00800" y="3749040"/>
            <a:ext cx="4892040" cy="1234440"/>
          </a:xfrm>
          <a:prstGeom prst="roundRect">
            <a:avLst>
              <a:gd name="adj" fmla="val 5926"/>
            </a:avLst>
          </a:prstGeom>
          <a:solidFill>
            <a:srgbClr val="FBE6EF"/>
          </a:solidFill>
          <a:ln w="12700">
            <a:solidFill>
              <a:srgbClr val="F1BAC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3839391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D145B"/>
                </a:solidFill>
              </a:rPr>
              <a:t>Ponto de atenção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4306824"/>
            <a:ext cx="4224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r>
              <a:rPr lang="pt-BR" sz="1400" b="1" dirty="0"/>
              <a:t>Engajamento (IEG) e aspectos psicossociais (IPS) apresentam relação importante com a evolução dos alunos, mas alguns indicadores ainda não permitem conclusões definitivas de forma isolada.</a:t>
            </a:r>
            <a:endParaRPr lang="en-US" sz="1400" b="1" dirty="0"/>
          </a:p>
        </p:txBody>
      </p:sp>
      <p:sp>
        <p:nvSpPr>
          <p:cNvPr id="23" name="Shape 21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8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| Tech Challenge — Fase 5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3">
            <a:extLst>
              <a:ext uri="{FF2B5EF4-FFF2-40B4-BE49-F238E27FC236}">
                <a16:creationId xmlns:a16="http://schemas.microsoft.com/office/drawing/2014/main" id="{5B5F8499-4F9B-291B-AACF-CDBDFACBB914}"/>
              </a:ext>
            </a:extLst>
          </p:cNvPr>
          <p:cNvSpPr/>
          <p:nvPr/>
        </p:nvSpPr>
        <p:spPr>
          <a:xfrm>
            <a:off x="3794760" y="2807207"/>
            <a:ext cx="1042416" cy="0"/>
          </a:xfrm>
          <a:prstGeom prst="line">
            <a:avLst/>
          </a:prstGeom>
          <a:noFill/>
          <a:ln w="25400">
            <a:solidFill>
              <a:srgbClr val="CBD0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9326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Fluxo de trabalho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D6270"/>
                </a:solidFill>
              </a:rPr>
              <a:t>Da base de dados até a aplicação interativa.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37360" y="2834640"/>
            <a:ext cx="1042416" cy="0"/>
          </a:xfrm>
          <a:prstGeom prst="line">
            <a:avLst/>
          </a:prstGeom>
          <a:noFill/>
          <a:ln w="25400">
            <a:solidFill>
              <a:srgbClr val="CBD0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596128" y="2834640"/>
            <a:ext cx="1042416" cy="0"/>
          </a:xfrm>
          <a:prstGeom prst="line">
            <a:avLst/>
          </a:prstGeom>
          <a:noFill/>
          <a:ln w="25400">
            <a:solidFill>
              <a:srgbClr val="CBD0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589520" y="2834640"/>
            <a:ext cx="1042416" cy="0"/>
          </a:xfrm>
          <a:prstGeom prst="line">
            <a:avLst/>
          </a:prstGeom>
          <a:noFill/>
          <a:ln w="25400">
            <a:solidFill>
              <a:srgbClr val="CBD0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582912" y="2834640"/>
            <a:ext cx="1042416" cy="0"/>
          </a:xfrm>
          <a:prstGeom prst="line">
            <a:avLst/>
          </a:prstGeom>
          <a:noFill/>
          <a:ln w="25400">
            <a:solidFill>
              <a:srgbClr val="CBD0D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1170432" cy="1170432"/>
          </a:xfrm>
          <a:prstGeom prst="ellipse">
            <a:avLst/>
          </a:prstGeom>
          <a:solidFill>
            <a:srgbClr val="ED145B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41248" y="24871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8288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151C"/>
                </a:solidFill>
              </a:rPr>
              <a:t>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" y="4041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pt-BR" sz="1050" dirty="0"/>
              <a:t>Base de dados PEDE 2024 — DATATHON.xlsx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61688" y="2148840"/>
            <a:ext cx="1170432" cy="1170432"/>
          </a:xfrm>
          <a:prstGeom prst="ellipse">
            <a:avLst/>
          </a:prstGeom>
          <a:solidFill>
            <a:srgbClr val="7A2B8A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4700016" y="24871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041648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5151C"/>
                </a:solidFill>
              </a:rPr>
              <a:t>Modelagem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995928" y="4041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pt-BR" sz="1050" dirty="0"/>
              <a:t>Decomposição da base original em tabelas relacionadas.</a:t>
            </a:r>
            <a:endParaRPr lang="pt-BR" sz="1050" dirty="0">
              <a:solidFill>
                <a:srgbClr val="5D6270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355080" y="2148840"/>
            <a:ext cx="1170432" cy="1170432"/>
          </a:xfrm>
          <a:prstGeom prst="ellipse">
            <a:avLst/>
          </a:prstGeom>
          <a:solidFill>
            <a:srgbClr val="20C5D8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693408" y="24871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035040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5151C"/>
                </a:solidFill>
              </a:rPr>
              <a:t>Análises</a:t>
            </a:r>
            <a:r>
              <a:rPr lang="en-US" sz="1500" b="1" dirty="0">
                <a:solidFill>
                  <a:srgbClr val="15151C"/>
                </a:solidFill>
              </a:rPr>
              <a:t> e Dashboards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989320" y="4041647"/>
            <a:ext cx="1920240" cy="43891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pt-BR" sz="1050" dirty="0"/>
              <a:t>Construção das visualizações para responder às perguntas do projeto.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348472" y="2148840"/>
            <a:ext cx="1170432" cy="1170432"/>
          </a:xfrm>
          <a:prstGeom prst="ellipse">
            <a:avLst/>
          </a:prstGeom>
          <a:solidFill>
            <a:srgbClr val="F5A623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8686800" y="24871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028432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5151C"/>
                </a:solidFill>
              </a:rPr>
              <a:t>Avaliação</a:t>
            </a:r>
            <a:r>
              <a:rPr lang="en-US" sz="1500" b="1" dirty="0">
                <a:solidFill>
                  <a:srgbClr val="15151C"/>
                </a:solidFill>
              </a:rPr>
              <a:t> dos </a:t>
            </a:r>
            <a:r>
              <a:rPr lang="en-US" sz="1500" b="1" dirty="0" err="1">
                <a:solidFill>
                  <a:srgbClr val="15151C"/>
                </a:solidFill>
              </a:rPr>
              <a:t>resultados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982712" y="4041647"/>
            <a:ext cx="1920240" cy="43890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algn="ctr"/>
            <a:r>
              <a:rPr lang="pt-BR" sz="1050" dirty="0"/>
              <a:t>Interpretação dos resultados e identificação dos principais padrões.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341864" y="2148840"/>
            <a:ext cx="1170432" cy="1170432"/>
          </a:xfrm>
          <a:prstGeom prst="ellipse">
            <a:avLst/>
          </a:prstGeom>
          <a:solidFill>
            <a:srgbClr val="33B679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10680192" y="2487168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021824" y="36758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5151C"/>
                </a:solidFill>
              </a:rPr>
              <a:t>Deploy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976104" y="40416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algn="ctr"/>
            <a:r>
              <a:rPr lang="pt-BR" sz="1050" dirty="0"/>
              <a:t>Disponibilização das análises em aplicação </a:t>
            </a:r>
            <a:r>
              <a:rPr lang="pt-BR" sz="1050" dirty="0" err="1"/>
              <a:t>Streamlit</a:t>
            </a:r>
            <a:r>
              <a:rPr lang="pt-BR" sz="1050" dirty="0"/>
              <a:t>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8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| Tech Challenge — Fase 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45" name="Shape 7">
            <a:extLst>
              <a:ext uri="{FF2B5EF4-FFF2-40B4-BE49-F238E27FC236}">
                <a16:creationId xmlns:a16="http://schemas.microsoft.com/office/drawing/2014/main" id="{08402DC2-B989-9317-F193-901D5ACFA962}"/>
              </a:ext>
            </a:extLst>
          </p:cNvPr>
          <p:cNvSpPr/>
          <p:nvPr/>
        </p:nvSpPr>
        <p:spPr>
          <a:xfrm>
            <a:off x="2560320" y="2121407"/>
            <a:ext cx="1170432" cy="1170432"/>
          </a:xfrm>
          <a:prstGeom prst="ellipse">
            <a:avLst/>
          </a:prstGeom>
          <a:solidFill>
            <a:srgbClr val="92D050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47" name="Text 8">
            <a:extLst>
              <a:ext uri="{FF2B5EF4-FFF2-40B4-BE49-F238E27FC236}">
                <a16:creationId xmlns:a16="http://schemas.microsoft.com/office/drawing/2014/main" id="{B001659C-A59B-658E-D7BF-0ACF15A96F24}"/>
              </a:ext>
            </a:extLst>
          </p:cNvPr>
          <p:cNvSpPr/>
          <p:nvPr/>
        </p:nvSpPr>
        <p:spPr>
          <a:xfrm>
            <a:off x="2898648" y="2459735"/>
            <a:ext cx="493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6D7F7D42-B94E-E644-695D-3376FD66C5A9}"/>
              </a:ext>
            </a:extLst>
          </p:cNvPr>
          <p:cNvSpPr/>
          <p:nvPr/>
        </p:nvSpPr>
        <p:spPr>
          <a:xfrm>
            <a:off x="2240280" y="3621023"/>
            <a:ext cx="1920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err="1">
                <a:solidFill>
                  <a:srgbClr val="15151C"/>
                </a:solidFill>
              </a:rPr>
              <a:t>Limpeza</a:t>
            </a:r>
            <a:r>
              <a:rPr lang="en-US" sz="1500" b="1" dirty="0">
                <a:solidFill>
                  <a:srgbClr val="15151C"/>
                </a:solidFill>
              </a:rPr>
              <a:t> e </a:t>
            </a:r>
            <a:r>
              <a:rPr lang="en-US" sz="1500" b="1" dirty="0" err="1">
                <a:solidFill>
                  <a:srgbClr val="15151C"/>
                </a:solidFill>
              </a:rPr>
              <a:t>tratamento</a:t>
            </a:r>
            <a:endParaRPr lang="en-US" sz="1500" dirty="0"/>
          </a:p>
        </p:txBody>
      </p:sp>
      <p:sp>
        <p:nvSpPr>
          <p:cNvPr id="51" name="Text 10">
            <a:extLst>
              <a:ext uri="{FF2B5EF4-FFF2-40B4-BE49-F238E27FC236}">
                <a16:creationId xmlns:a16="http://schemas.microsoft.com/office/drawing/2014/main" id="{A3064561-326C-8264-7E6E-37455EF850E5}"/>
              </a:ext>
            </a:extLst>
          </p:cNvPr>
          <p:cNvSpPr/>
          <p:nvPr/>
        </p:nvSpPr>
        <p:spPr>
          <a:xfrm>
            <a:off x="2194560" y="4014215"/>
            <a:ext cx="1920240" cy="5212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pt-BR" sz="1050" dirty="0"/>
              <a:t>Tratamento de dados, padronização e ajustes necessários para análise.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A8E8F8-69D3-0321-DDD2-CEBB7F38D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DC0A20D8-8244-A701-702B-B5F51E4B7A1A}"/>
              </a:ext>
            </a:extLst>
          </p:cNvPr>
          <p:cNvSpPr/>
          <p:nvPr/>
        </p:nvSpPr>
        <p:spPr>
          <a:xfrm>
            <a:off x="317318" y="1760541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CC0F4C0-DBD9-B308-E72B-30C527859F79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DF3F71F-2AA2-852D-F165-D86A02747AC1}"/>
              </a:ext>
            </a:extLst>
          </p:cNvPr>
          <p:cNvSpPr/>
          <p:nvPr/>
        </p:nvSpPr>
        <p:spPr>
          <a:xfrm>
            <a:off x="502920" y="600999"/>
            <a:ext cx="9326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dirty="0"/>
              <a:t>Evolução da Adequação de Nível e Defasagem</a:t>
            </a:r>
          </a:p>
          <a:p>
            <a:r>
              <a:rPr lang="pt-BR" sz="1600" dirty="0"/>
              <a:t>Distribuição e evolução dos alunos entre as categorias Em fase, Moderada e Severa (2020–2024)</a:t>
            </a:r>
            <a:endParaRPr lang="en-US" sz="1600" b="1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8EE3D930-585C-E50B-86F4-425F6D56DFE0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22BC8953-E08E-2CA1-BA0D-D5838E166BD5}"/>
              </a:ext>
            </a:extLst>
          </p:cNvPr>
          <p:cNvSpPr/>
          <p:nvPr/>
        </p:nvSpPr>
        <p:spPr>
          <a:xfrm>
            <a:off x="594360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| Tech Challenge — Fase 5</a:t>
            </a:r>
            <a:endParaRPr lang="en-US" sz="7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59DD423-5D74-811D-FC11-A4A2AB02D53D}"/>
              </a:ext>
            </a:extLst>
          </p:cNvPr>
          <p:cNvSpPr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EFFD51E-0687-66C8-AEAA-05782EF2FC9A}"/>
              </a:ext>
            </a:extLst>
          </p:cNvPr>
          <p:cNvSpPr txBox="1"/>
          <p:nvPr/>
        </p:nvSpPr>
        <p:spPr>
          <a:xfrm>
            <a:off x="681989" y="1895631"/>
            <a:ext cx="3198224" cy="2308324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IAN – Adequação de nível</a:t>
            </a:r>
          </a:p>
          <a:p>
            <a:endParaRPr lang="pt-BR" dirty="0"/>
          </a:p>
          <a:p>
            <a:r>
              <a:rPr lang="pt-BR" b="1" dirty="0"/>
              <a:t>2022:</a:t>
            </a:r>
            <a:r>
              <a:rPr lang="pt-BR" dirty="0"/>
              <a:t> maior defasagem moderada (</a:t>
            </a:r>
            <a:r>
              <a:rPr lang="pt-BR" b="1" dirty="0"/>
              <a:t>66,63%</a:t>
            </a:r>
            <a:r>
              <a:rPr lang="pt-BR" dirty="0"/>
              <a:t>).</a:t>
            </a:r>
            <a:br>
              <a:rPr lang="pt-BR" dirty="0"/>
            </a:br>
            <a:r>
              <a:rPr lang="pt-BR" b="1" dirty="0"/>
              <a:t>2024:</a:t>
            </a:r>
            <a:r>
              <a:rPr lang="pt-BR" dirty="0"/>
              <a:t> alunos em fase viram maioria (</a:t>
            </a:r>
            <a:r>
              <a:rPr lang="pt-BR" b="1" dirty="0"/>
              <a:t>53,81%</a:t>
            </a:r>
            <a:r>
              <a:rPr lang="pt-BR" dirty="0"/>
              <a:t>) e a defasagem severa cai para </a:t>
            </a:r>
            <a:r>
              <a:rPr lang="pt-BR" b="1" dirty="0"/>
              <a:t>0,26%</a:t>
            </a:r>
            <a:r>
              <a:rPr lang="pt-BR" dirty="0"/>
              <a:t>.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2BE04537-CA0B-0BB6-54BF-E4BA682474F4}"/>
              </a:ext>
            </a:extLst>
          </p:cNvPr>
          <p:cNvSpPr/>
          <p:nvPr/>
        </p:nvSpPr>
        <p:spPr>
          <a:xfrm>
            <a:off x="4244884" y="1799710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8C2B6605-9591-F543-7A5A-F8E0B98E39DE}"/>
              </a:ext>
            </a:extLst>
          </p:cNvPr>
          <p:cNvSpPr txBox="1"/>
          <p:nvPr/>
        </p:nvSpPr>
        <p:spPr>
          <a:xfrm>
            <a:off x="4609555" y="1934800"/>
            <a:ext cx="3198224" cy="2308324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IDA – Desempenho acadêmico</a:t>
            </a:r>
          </a:p>
          <a:p>
            <a:endParaRPr lang="pt-BR" dirty="0"/>
          </a:p>
          <a:p>
            <a:r>
              <a:rPr lang="pt-BR" b="1" dirty="0"/>
              <a:t>2021:</a:t>
            </a:r>
            <a:r>
              <a:rPr lang="pt-BR" dirty="0"/>
              <a:t> menor média do período (</a:t>
            </a:r>
            <a:r>
              <a:rPr lang="pt-BR" b="1" dirty="0"/>
              <a:t>5,6</a:t>
            </a:r>
            <a:r>
              <a:rPr lang="pt-BR" dirty="0"/>
              <a:t>).</a:t>
            </a:r>
            <a:br>
              <a:rPr lang="pt-BR" dirty="0"/>
            </a:br>
            <a:r>
              <a:rPr lang="pt-BR" dirty="0"/>
              <a:t>Depois houve recuperação, mas com </a:t>
            </a:r>
            <a:r>
              <a:rPr lang="pt-BR" b="1" dirty="0"/>
              <a:t>oscilações e sem crescimento contínuo</a:t>
            </a:r>
            <a:r>
              <a:rPr lang="pt-BR" dirty="0"/>
              <a:t>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20117C7A-9223-34D5-7BA3-0D4809E6E71C}"/>
              </a:ext>
            </a:extLst>
          </p:cNvPr>
          <p:cNvSpPr/>
          <p:nvPr/>
        </p:nvSpPr>
        <p:spPr>
          <a:xfrm>
            <a:off x="8199665" y="1799710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8D014758-4D69-0BF7-69A6-35A500446581}"/>
              </a:ext>
            </a:extLst>
          </p:cNvPr>
          <p:cNvSpPr txBox="1"/>
          <p:nvPr/>
        </p:nvSpPr>
        <p:spPr>
          <a:xfrm>
            <a:off x="8403771" y="1934800"/>
            <a:ext cx="3300549" cy="2585323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IPP x IAN – Avaliação psicopedagógica</a:t>
            </a:r>
          </a:p>
          <a:p>
            <a:endParaRPr lang="pt-BR" dirty="0"/>
          </a:p>
          <a:p>
            <a:r>
              <a:rPr lang="pt-BR" dirty="0"/>
              <a:t>Os indicadores ficaram mais próximos em </a:t>
            </a:r>
            <a:r>
              <a:rPr lang="pt-BR" b="1" dirty="0"/>
              <a:t>2020, 2023 e 2024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Há </a:t>
            </a:r>
            <a:r>
              <a:rPr lang="pt-BR" b="1" dirty="0"/>
              <a:t>alinhamento parcial</a:t>
            </a:r>
            <a:r>
              <a:rPr lang="pt-BR" dirty="0"/>
              <a:t>, mas não confirmação consistente da defasagem</a:t>
            </a:r>
            <a:r>
              <a:rPr lang="pt-BR" sz="1400" dirty="0"/>
              <a:t>.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7F73A6F3-28AE-6CDE-6760-D9D9D6EF1B08}"/>
              </a:ext>
            </a:extLst>
          </p:cNvPr>
          <p:cNvSpPr/>
          <p:nvPr/>
        </p:nvSpPr>
        <p:spPr>
          <a:xfrm>
            <a:off x="383176" y="5016137"/>
            <a:ext cx="11518719" cy="1467740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 adequação melhora recentemente, enquanto o desempenho ainda oscila e o IPP acompanha o IAN apenas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DFE9984B-37E1-2831-A8C0-4347ECF10D48}"/>
              </a:ext>
            </a:extLst>
          </p:cNvPr>
          <p:cNvSpPr txBox="1"/>
          <p:nvPr/>
        </p:nvSpPr>
        <p:spPr>
          <a:xfrm>
            <a:off x="1123252" y="5177748"/>
            <a:ext cx="10154348" cy="1200329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Conclusão</a:t>
            </a:r>
          </a:p>
          <a:p>
            <a:endParaRPr lang="pt-BR" b="1" dirty="0"/>
          </a:p>
          <a:p>
            <a:r>
              <a:rPr lang="pt-BR" b="1" dirty="0"/>
              <a:t>Os indicadores apontam melhora recente na adequação de nível, porém sem avanço contínuo no desempenho acadêmico e com concordância apenas parcial entre IAN e IPP.</a:t>
            </a:r>
          </a:p>
        </p:txBody>
      </p:sp>
    </p:spTree>
    <p:extLst>
      <p:ext uri="{BB962C8B-B14F-4D97-AF65-F5344CB8AC3E}">
        <p14:creationId xmlns:p14="http://schemas.microsoft.com/office/powerpoint/2010/main" val="2134261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98A4B-0FC0-801A-3ED3-51B27B163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55403BE9-D4BB-765D-86B8-6B3A43C8C22C}"/>
              </a:ext>
            </a:extLst>
          </p:cNvPr>
          <p:cNvSpPr/>
          <p:nvPr/>
        </p:nvSpPr>
        <p:spPr>
          <a:xfrm>
            <a:off x="317318" y="1760541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4A851434-8179-29AB-CD96-0EF828FC0BA6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89F09C9-D462-1C1E-D198-9D44DE00259C}"/>
              </a:ext>
            </a:extLst>
          </p:cNvPr>
          <p:cNvSpPr/>
          <p:nvPr/>
        </p:nvSpPr>
        <p:spPr>
          <a:xfrm>
            <a:off x="502920" y="600999"/>
            <a:ext cx="9326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dirty="0"/>
              <a:t>Engajamento e Percepção</a:t>
            </a:r>
          </a:p>
          <a:p>
            <a:r>
              <a:rPr lang="pt-BR" sz="1600" dirty="0"/>
              <a:t>Relação entre engajamento, desempenho, ponto de virada e autoavaliação dos alunos</a:t>
            </a:r>
            <a:endParaRPr lang="en-US" sz="1600" b="1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A7C2B7B-C2C2-88CC-70B5-413914C42924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76751491-C4EA-C1EA-30B5-035A91DD1B1E}"/>
              </a:ext>
            </a:extLst>
          </p:cNvPr>
          <p:cNvSpPr/>
          <p:nvPr/>
        </p:nvSpPr>
        <p:spPr>
          <a:xfrm>
            <a:off x="594360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| Tech Challenge — Fase 5</a:t>
            </a:r>
            <a:endParaRPr lang="en-US" sz="7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521AE493-9745-1269-383C-FAED4DB9FFDC}"/>
              </a:ext>
            </a:extLst>
          </p:cNvPr>
          <p:cNvSpPr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B95FE75-D9FB-58DD-F4A4-3219E3D0A76C}"/>
              </a:ext>
            </a:extLst>
          </p:cNvPr>
          <p:cNvSpPr txBox="1"/>
          <p:nvPr/>
        </p:nvSpPr>
        <p:spPr>
          <a:xfrm>
            <a:off x="681989" y="1895631"/>
            <a:ext cx="3198224" cy="2031325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IEG x IDA x IPV — Engajamento</a:t>
            </a:r>
          </a:p>
          <a:p>
            <a:endParaRPr lang="pt-BR" dirty="0"/>
          </a:p>
          <a:p>
            <a:r>
              <a:rPr lang="pt-BR" b="1" dirty="0"/>
              <a:t>IEG e IPV</a:t>
            </a:r>
            <a:r>
              <a:rPr lang="pt-BR" dirty="0"/>
              <a:t> apresentam relação mais consistente.</a:t>
            </a:r>
            <a:br>
              <a:rPr lang="pt-BR" dirty="0"/>
            </a:br>
            <a:r>
              <a:rPr lang="pt-BR" dirty="0"/>
              <a:t>Com o </a:t>
            </a:r>
            <a:r>
              <a:rPr lang="pt-BR" b="1" dirty="0"/>
              <a:t>IDA</a:t>
            </a:r>
            <a:r>
              <a:rPr lang="pt-BR" dirty="0"/>
              <a:t>, a relação existe, mas é </a:t>
            </a:r>
            <a:r>
              <a:rPr lang="pt-BR" b="1" dirty="0"/>
              <a:t>mais dispersa</a:t>
            </a:r>
            <a:r>
              <a:rPr lang="pt-BR" dirty="0"/>
              <a:t>.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DA5A66DC-C5C9-CD19-1D99-F6AB029EF77E}"/>
              </a:ext>
            </a:extLst>
          </p:cNvPr>
          <p:cNvSpPr/>
          <p:nvPr/>
        </p:nvSpPr>
        <p:spPr>
          <a:xfrm>
            <a:off x="4244884" y="1799710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01304A20-18F1-ABF5-5E8B-E2568D0F3248}"/>
              </a:ext>
            </a:extLst>
          </p:cNvPr>
          <p:cNvSpPr txBox="1"/>
          <p:nvPr/>
        </p:nvSpPr>
        <p:spPr>
          <a:xfrm>
            <a:off x="4609555" y="1934800"/>
            <a:ext cx="3198224" cy="1477328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IAA — Autoavaliação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b="1" dirty="0"/>
              <a:t>IAA permanece alto e estável</a:t>
            </a:r>
            <a:r>
              <a:rPr lang="pt-BR" dirty="0"/>
              <a:t> ao longo dos anos, entre </a:t>
            </a:r>
            <a:r>
              <a:rPr lang="pt-BR" b="1" dirty="0"/>
              <a:t>8,6 e 8,7</a:t>
            </a:r>
            <a:r>
              <a:rPr lang="pt-BR" dirty="0"/>
              <a:t>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6C35F9D9-203B-F7C0-6C2F-A605CC463A82}"/>
              </a:ext>
            </a:extLst>
          </p:cNvPr>
          <p:cNvSpPr/>
          <p:nvPr/>
        </p:nvSpPr>
        <p:spPr>
          <a:xfrm>
            <a:off x="8199665" y="1799710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7DFA66F-EADE-66B3-1662-FA6D7A33726E}"/>
              </a:ext>
            </a:extLst>
          </p:cNvPr>
          <p:cNvSpPr txBox="1"/>
          <p:nvPr/>
        </p:nvSpPr>
        <p:spPr>
          <a:xfrm>
            <a:off x="8311786" y="1934800"/>
            <a:ext cx="3562895" cy="2585323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IAA x IDA / IEG — Percepção x realidade</a:t>
            </a:r>
          </a:p>
          <a:p>
            <a:endParaRPr lang="pt-BR" dirty="0"/>
          </a:p>
          <a:p>
            <a:r>
              <a:rPr lang="pt-BR" dirty="0"/>
              <a:t>Alunos com </a:t>
            </a:r>
            <a:r>
              <a:rPr lang="pt-BR" b="1" dirty="0"/>
              <a:t>IAA semelhante</a:t>
            </a:r>
            <a:r>
              <a:rPr lang="pt-BR" dirty="0"/>
              <a:t> podem apresentar níveis diferentes de desempenho e engajamento.</a:t>
            </a:r>
            <a:br>
              <a:rPr lang="pt-BR" dirty="0"/>
            </a:br>
            <a:r>
              <a:rPr lang="pt-BR" dirty="0"/>
              <a:t>A autoavaliação </a:t>
            </a:r>
            <a:r>
              <a:rPr lang="pt-BR" b="1" dirty="0"/>
              <a:t>não acompanha de forma consistente</a:t>
            </a:r>
            <a:r>
              <a:rPr lang="pt-BR" dirty="0"/>
              <a:t> IDA e IEG.</a:t>
            </a:r>
            <a:endParaRPr lang="pt-BR" sz="1400" dirty="0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D5BA945C-E5A3-2EF1-32FD-5B854205487A}"/>
              </a:ext>
            </a:extLst>
          </p:cNvPr>
          <p:cNvSpPr/>
          <p:nvPr/>
        </p:nvSpPr>
        <p:spPr>
          <a:xfrm>
            <a:off x="383176" y="5016137"/>
            <a:ext cx="11518719" cy="1467740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 adequação melhora recentemente, enquanto o desempenho ainda oscila e o IPP acompanha o IAN apenas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A6A71580-623F-B595-C3CA-E087FB0B8CD9}"/>
              </a:ext>
            </a:extLst>
          </p:cNvPr>
          <p:cNvSpPr txBox="1"/>
          <p:nvPr/>
        </p:nvSpPr>
        <p:spPr>
          <a:xfrm>
            <a:off x="1123252" y="5177748"/>
            <a:ext cx="10154348" cy="1200329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Conclusão</a:t>
            </a:r>
          </a:p>
          <a:p>
            <a:endParaRPr lang="pt-BR" b="1" dirty="0"/>
          </a:p>
          <a:p>
            <a:r>
              <a:rPr lang="pt-BR" b="1" dirty="0"/>
              <a:t>O engajamento está mais associado ao ponto de virada do que ao desempenho, enquanto a percepção dos alunos nem sempre corresponde aos resultados observados.</a:t>
            </a:r>
          </a:p>
        </p:txBody>
      </p:sp>
    </p:spTree>
    <p:extLst>
      <p:ext uri="{BB962C8B-B14F-4D97-AF65-F5344CB8AC3E}">
        <p14:creationId xmlns:p14="http://schemas.microsoft.com/office/powerpoint/2010/main" val="352578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D9752-D988-AC23-9943-2822B3236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25300448-32D7-AD02-8408-0B5D0BB05200}"/>
              </a:ext>
            </a:extLst>
          </p:cNvPr>
          <p:cNvSpPr/>
          <p:nvPr/>
        </p:nvSpPr>
        <p:spPr>
          <a:xfrm>
            <a:off x="317318" y="1760541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3DF546CB-7857-C31B-36CA-9C24A5D96517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4FA810B-F98C-02A0-B39B-9C642E244409}"/>
              </a:ext>
            </a:extLst>
          </p:cNvPr>
          <p:cNvSpPr/>
          <p:nvPr/>
        </p:nvSpPr>
        <p:spPr>
          <a:xfrm>
            <a:off x="502920" y="600999"/>
            <a:ext cx="9326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dirty="0"/>
              <a:t>Aspectos Psicossociais e Risco</a:t>
            </a:r>
          </a:p>
          <a:p>
            <a:r>
              <a:rPr lang="pt-BR" sz="1600" dirty="0"/>
              <a:t>Relação entre aspectos psicossociais, desempenho, engajamento e ponto de virada</a:t>
            </a:r>
            <a:endParaRPr lang="en-US" sz="1600" b="1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07EE0EA6-401B-7D74-EA8E-1E062E149813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BFB83B27-90B0-F2C6-421C-7EC9BB396F78}"/>
              </a:ext>
            </a:extLst>
          </p:cNvPr>
          <p:cNvSpPr/>
          <p:nvPr/>
        </p:nvSpPr>
        <p:spPr>
          <a:xfrm>
            <a:off x="594360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| Tech Challenge — Fase 5</a:t>
            </a:r>
            <a:endParaRPr lang="en-US" sz="7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3BD2EC59-8E03-FCAC-081B-AA86A9E3E6E5}"/>
              </a:ext>
            </a:extLst>
          </p:cNvPr>
          <p:cNvSpPr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3041A6E6-8403-AEA7-EACB-C14CF4520066}"/>
              </a:ext>
            </a:extLst>
          </p:cNvPr>
          <p:cNvSpPr txBox="1"/>
          <p:nvPr/>
        </p:nvSpPr>
        <p:spPr>
          <a:xfrm>
            <a:off x="681989" y="1895631"/>
            <a:ext cx="3198224" cy="2308324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IPS — Aspectos psicossociais</a:t>
            </a:r>
          </a:p>
          <a:p>
            <a:endParaRPr lang="pt-BR" dirty="0"/>
          </a:p>
          <a:p>
            <a:r>
              <a:rPr lang="pt-BR" b="1" dirty="0"/>
              <a:t>2023:</a:t>
            </a:r>
            <a:r>
              <a:rPr lang="pt-BR" dirty="0"/>
              <a:t> 67,94% dos alunos apresentaram piora no IPS.</a:t>
            </a:r>
            <a:br>
              <a:rPr lang="pt-BR" dirty="0"/>
            </a:br>
            <a:r>
              <a:rPr lang="pt-BR" dirty="0"/>
              <a:t>Em </a:t>
            </a:r>
            <a:r>
              <a:rPr lang="pt-BR" b="1" dirty="0"/>
              <a:t>2024</a:t>
            </a:r>
            <a:r>
              <a:rPr lang="pt-BR" dirty="0"/>
              <a:t>, IDA e IEG recuaram, sugerindo um possível sinal antecedente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4C281F7-45FA-799E-12EB-6E404EB18CB1}"/>
              </a:ext>
            </a:extLst>
          </p:cNvPr>
          <p:cNvSpPr/>
          <p:nvPr/>
        </p:nvSpPr>
        <p:spPr>
          <a:xfrm>
            <a:off x="4244884" y="1799710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E25AC0DC-2401-CA87-E8EA-9AFB29E04943}"/>
              </a:ext>
            </a:extLst>
          </p:cNvPr>
          <p:cNvSpPr txBox="1"/>
          <p:nvPr/>
        </p:nvSpPr>
        <p:spPr>
          <a:xfrm>
            <a:off x="4609555" y="1934800"/>
            <a:ext cx="3198224" cy="2308324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IPV — Ponto de virada</a:t>
            </a:r>
          </a:p>
          <a:p>
            <a:endParaRPr lang="pt-BR" dirty="0"/>
          </a:p>
          <a:p>
            <a:r>
              <a:rPr lang="pt-BR" dirty="0"/>
              <a:t>O </a:t>
            </a:r>
            <a:r>
              <a:rPr lang="pt-BR" b="1" dirty="0"/>
              <a:t>IEG é o indicador que mais acompanha o IPV</a:t>
            </a:r>
            <a:r>
              <a:rPr lang="pt-BR" dirty="0"/>
              <a:t> ao longo do período.</a:t>
            </a:r>
            <a:br>
              <a:rPr lang="pt-BR" dirty="0"/>
            </a:br>
            <a:r>
              <a:rPr lang="pt-BR" dirty="0"/>
              <a:t>O IDA apresenta relação parcial, enquanto o </a:t>
            </a:r>
            <a:r>
              <a:rPr lang="pt-BR" b="1" dirty="0"/>
              <a:t>IPS é mais irregular</a:t>
            </a:r>
            <a:r>
              <a:rPr lang="pt-BR" dirty="0"/>
              <a:t>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ACF49DB1-5953-107A-D1FF-D2C3F7796A9A}"/>
              </a:ext>
            </a:extLst>
          </p:cNvPr>
          <p:cNvSpPr/>
          <p:nvPr/>
        </p:nvSpPr>
        <p:spPr>
          <a:xfrm>
            <a:off x="8199665" y="1799710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F860761-B481-389F-C0F8-BDE1C0359F71}"/>
              </a:ext>
            </a:extLst>
          </p:cNvPr>
          <p:cNvSpPr txBox="1"/>
          <p:nvPr/>
        </p:nvSpPr>
        <p:spPr>
          <a:xfrm>
            <a:off x="8311786" y="1934800"/>
            <a:ext cx="3562895" cy="923330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Identificação de risco</a:t>
            </a:r>
          </a:p>
          <a:p>
            <a:endParaRPr lang="pt-BR" dirty="0"/>
          </a:p>
          <a:p>
            <a:r>
              <a:rPr lang="pt-BR" dirty="0"/>
              <a:t>Ainda não analisada.</a:t>
            </a:r>
            <a:endParaRPr lang="pt-BR" sz="1400" dirty="0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CCEBD528-3CE5-F577-CEE2-0E201DED9061}"/>
              </a:ext>
            </a:extLst>
          </p:cNvPr>
          <p:cNvSpPr/>
          <p:nvPr/>
        </p:nvSpPr>
        <p:spPr>
          <a:xfrm>
            <a:off x="383176" y="5016137"/>
            <a:ext cx="11518719" cy="1467740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 adequação melhora recentemente, enquanto o desempenho ainda oscila e o IPP acompanha o IAN apenas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6D82BFD-4542-5F07-4C27-B7ACD541E84E}"/>
              </a:ext>
            </a:extLst>
          </p:cNvPr>
          <p:cNvSpPr txBox="1"/>
          <p:nvPr/>
        </p:nvSpPr>
        <p:spPr>
          <a:xfrm>
            <a:off x="1123252" y="5177748"/>
            <a:ext cx="10154348" cy="1200329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Conclusão</a:t>
            </a:r>
          </a:p>
          <a:p>
            <a:endParaRPr lang="pt-BR" b="1" dirty="0"/>
          </a:p>
          <a:p>
            <a:r>
              <a:rPr lang="pt-BR" b="1" dirty="0"/>
              <a:t>A piora do IPS em 2023 precede a redução de IDA e IEG em 2024, enquanto o engajamento é o indicador que mais acompanha o IPV.</a:t>
            </a:r>
          </a:p>
        </p:txBody>
      </p:sp>
    </p:spTree>
    <p:extLst>
      <p:ext uri="{BB962C8B-B14F-4D97-AF65-F5344CB8AC3E}">
        <p14:creationId xmlns:p14="http://schemas.microsoft.com/office/powerpoint/2010/main" val="3148852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76E1E-B3FD-E2CD-2D52-100C0868C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tângulo: Cantos Arredondados 21">
            <a:extLst>
              <a:ext uri="{FF2B5EF4-FFF2-40B4-BE49-F238E27FC236}">
                <a16:creationId xmlns:a16="http://schemas.microsoft.com/office/drawing/2014/main" id="{CF8A1E26-8A38-7C45-DEB8-32C94F9E7E1F}"/>
              </a:ext>
            </a:extLst>
          </p:cNvPr>
          <p:cNvSpPr/>
          <p:nvPr/>
        </p:nvSpPr>
        <p:spPr>
          <a:xfrm>
            <a:off x="317318" y="1760541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4FCFD2C-4E9A-BAC4-EA94-C8D15C072AE5}"/>
              </a:ext>
            </a:extLst>
          </p:cNvPr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BB332B9-0884-AC36-BA23-C0F5EC4F3446}"/>
              </a:ext>
            </a:extLst>
          </p:cNvPr>
          <p:cNvSpPr/>
          <p:nvPr/>
        </p:nvSpPr>
        <p:spPr>
          <a:xfrm>
            <a:off x="502920" y="600999"/>
            <a:ext cx="9326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2400" b="1" dirty="0"/>
              <a:t>Impacto Global do Programa</a:t>
            </a:r>
          </a:p>
          <a:p>
            <a:r>
              <a:rPr lang="pt-BR" sz="1600" dirty="0"/>
              <a:t>Relação entre os indicadores e a nota global dos alunos</a:t>
            </a:r>
            <a:endParaRPr lang="en-US" sz="1600" b="1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10961D81-28F5-75E0-910D-7CF8AA31CF11}"/>
              </a:ext>
            </a:extLst>
          </p:cNvPr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9B32D623-5750-A8BB-E561-66DBDDCA1DC5}"/>
              </a:ext>
            </a:extLst>
          </p:cNvPr>
          <p:cNvSpPr/>
          <p:nvPr/>
        </p:nvSpPr>
        <p:spPr>
          <a:xfrm>
            <a:off x="594360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| Tech Challenge — Fase 5</a:t>
            </a:r>
            <a:endParaRPr lang="en-US" sz="75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E6C9E5BE-F102-CFB4-E6A4-F8A9DCE66E1D}"/>
              </a:ext>
            </a:extLst>
          </p:cNvPr>
          <p:cNvSpPr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123E2D75-14A7-E9CC-7A53-DD5DD60665C5}"/>
              </a:ext>
            </a:extLst>
          </p:cNvPr>
          <p:cNvSpPr txBox="1"/>
          <p:nvPr/>
        </p:nvSpPr>
        <p:spPr>
          <a:xfrm>
            <a:off x="681989" y="1895631"/>
            <a:ext cx="3198224" cy="1477328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INDE — Fases 0 a 7</a:t>
            </a:r>
          </a:p>
          <a:p>
            <a:endParaRPr lang="pt-BR" dirty="0"/>
          </a:p>
          <a:p>
            <a:r>
              <a:rPr lang="pt-BR" dirty="0"/>
              <a:t>Quando </a:t>
            </a:r>
            <a:r>
              <a:rPr lang="pt-BR" b="1" dirty="0"/>
              <a:t>IDA, IEG, IPS e IPP</a:t>
            </a:r>
            <a:r>
              <a:rPr lang="pt-BR" dirty="0"/>
              <a:t> estão em nível alto, o INDE médio chega a </a:t>
            </a:r>
            <a:r>
              <a:rPr lang="pt-BR" b="1" dirty="0"/>
              <a:t>8,92</a:t>
            </a:r>
            <a:r>
              <a:rPr lang="pt-BR" dirty="0"/>
              <a:t>.</a:t>
            </a:r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AC415B4A-7D1B-67CF-6C3E-49A9EC1FB645}"/>
              </a:ext>
            </a:extLst>
          </p:cNvPr>
          <p:cNvSpPr/>
          <p:nvPr/>
        </p:nvSpPr>
        <p:spPr>
          <a:xfrm>
            <a:off x="4244884" y="1799710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2E0C99A-1819-AC61-462C-2D534CDBA857}"/>
              </a:ext>
            </a:extLst>
          </p:cNvPr>
          <p:cNvSpPr txBox="1"/>
          <p:nvPr/>
        </p:nvSpPr>
        <p:spPr>
          <a:xfrm>
            <a:off x="4609555" y="1934800"/>
            <a:ext cx="3198224" cy="2031325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INDE — Fase 8</a:t>
            </a:r>
          </a:p>
          <a:p>
            <a:endParaRPr lang="pt-BR" dirty="0"/>
          </a:p>
          <a:p>
            <a:r>
              <a:rPr lang="pt-BR" dirty="0"/>
              <a:t>Com </a:t>
            </a:r>
            <a:r>
              <a:rPr lang="pt-BR" b="1" dirty="0"/>
              <a:t>IDA e IEG altos</a:t>
            </a:r>
            <a:r>
              <a:rPr lang="pt-BR" dirty="0"/>
              <a:t>, o INDE médio chega a </a:t>
            </a:r>
            <a:r>
              <a:rPr lang="pt-BR" b="1" dirty="0"/>
              <a:t>8,89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Dentro desse grupo, </a:t>
            </a:r>
            <a:r>
              <a:rPr lang="pt-BR" b="1" dirty="0"/>
              <a:t>IPS médio</a:t>
            </a:r>
            <a:r>
              <a:rPr lang="pt-BR" dirty="0"/>
              <a:t> está associado ao maior INDE observado: </a:t>
            </a:r>
            <a:r>
              <a:rPr lang="pt-BR" b="1" dirty="0"/>
              <a:t>8,94</a:t>
            </a:r>
            <a:r>
              <a:rPr lang="pt-BR" dirty="0"/>
              <a:t>.</a:t>
            </a:r>
          </a:p>
        </p:txBody>
      </p:sp>
      <p:sp>
        <p:nvSpPr>
          <p:cNvPr id="37" name="Retângulo: Cantos Arredondados 36">
            <a:extLst>
              <a:ext uri="{FF2B5EF4-FFF2-40B4-BE49-F238E27FC236}">
                <a16:creationId xmlns:a16="http://schemas.microsoft.com/office/drawing/2014/main" id="{357F59F5-65A7-04F9-840F-5059317E06AD}"/>
              </a:ext>
            </a:extLst>
          </p:cNvPr>
          <p:cNvSpPr/>
          <p:nvPr/>
        </p:nvSpPr>
        <p:spPr>
          <a:xfrm>
            <a:off x="8199665" y="1799710"/>
            <a:ext cx="3702231" cy="2972522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1210A337-E657-6850-9A1F-8E93E30448E6}"/>
              </a:ext>
            </a:extLst>
          </p:cNvPr>
          <p:cNvSpPr txBox="1"/>
          <p:nvPr/>
        </p:nvSpPr>
        <p:spPr>
          <a:xfrm>
            <a:off x="8311786" y="1934800"/>
            <a:ext cx="3562895" cy="923330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Evolução ao longo do ciclo</a:t>
            </a:r>
          </a:p>
          <a:p>
            <a:endParaRPr lang="pt-BR" dirty="0"/>
          </a:p>
          <a:p>
            <a:r>
              <a:rPr lang="pt-BR" dirty="0"/>
              <a:t>Ainda não analisada.</a:t>
            </a:r>
            <a:endParaRPr lang="pt-BR" sz="1400" dirty="0"/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F62EE4C8-4639-D780-D0FC-ABF61471B22D}"/>
              </a:ext>
            </a:extLst>
          </p:cNvPr>
          <p:cNvSpPr/>
          <p:nvPr/>
        </p:nvSpPr>
        <p:spPr>
          <a:xfrm>
            <a:off x="383176" y="5016137"/>
            <a:ext cx="11518719" cy="1467740"/>
          </a:xfrm>
          <a:prstGeom prst="roundRect">
            <a:avLst/>
          </a:prstGeom>
          <a:solidFill>
            <a:schemeClr val="bg1">
              <a:alpha val="94000"/>
            </a:schemeClr>
          </a:solidFill>
          <a:effectLst>
            <a:outerShdw blurRad="50800" dist="50800" dir="5400000" algn="ctr" rotWithShape="0">
              <a:schemeClr val="bg2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 adequação melhora recentemente, enquanto o desempenho ainda oscila e o IPP acompanha o IAN apenas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F17AB3A7-593C-6B7F-E31B-86FBE182A8CC}"/>
              </a:ext>
            </a:extLst>
          </p:cNvPr>
          <p:cNvSpPr txBox="1"/>
          <p:nvPr/>
        </p:nvSpPr>
        <p:spPr>
          <a:xfrm>
            <a:off x="594360" y="5177748"/>
            <a:ext cx="11201400" cy="1154162"/>
          </a:xfrm>
          <a:prstGeom prst="rect">
            <a:avLst/>
          </a:prstGeom>
          <a:solidFill>
            <a:schemeClr val="bg1"/>
          </a:solidFill>
          <a:effectLst>
            <a:softEdge rad="12700"/>
          </a:effectLst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70C0"/>
                </a:solidFill>
              </a:rPr>
              <a:t>Conclusão</a:t>
            </a:r>
          </a:p>
          <a:p>
            <a:r>
              <a:rPr lang="pt-BR" sz="1700" b="1" dirty="0"/>
              <a:t>Os maiores valores de INDE aparecem associados à combinação de indicadores elevados, reforçando o caráter multidimensional do desempenho. A evolução consistente entre as fases ainda precisa ser avaliada.</a:t>
            </a:r>
          </a:p>
          <a:p>
            <a:r>
              <a:rPr lang="pt-BR" sz="1700" b="1" dirty="0"/>
              <a:t>Na fase 8, o IPP não compõe o cálculo do INDE.</a:t>
            </a:r>
          </a:p>
        </p:txBody>
      </p:sp>
    </p:spTree>
    <p:extLst>
      <p:ext uri="{BB962C8B-B14F-4D97-AF65-F5344CB8AC3E}">
        <p14:creationId xmlns:p14="http://schemas.microsoft.com/office/powerpoint/2010/main" val="3685565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9326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515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Aplicação Streamlit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94360" y="877824"/>
            <a:ext cx="9509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100" dirty="0" err="1"/>
              <a:t>Deploy</a:t>
            </a:r>
            <a:r>
              <a:rPr lang="pt-BR" sz="1100" dirty="0"/>
              <a:t> da aplicação para disponibilização e visualização das análises.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88920" y="2907792"/>
            <a:ext cx="1051560" cy="0"/>
          </a:xfrm>
          <a:prstGeom prst="line">
            <a:avLst/>
          </a:prstGeom>
          <a:noFill/>
          <a:ln w="25400">
            <a:solidFill>
              <a:srgbClr val="C5CBD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5760720" y="2907792"/>
            <a:ext cx="1051560" cy="0"/>
          </a:xfrm>
          <a:prstGeom prst="line">
            <a:avLst/>
          </a:prstGeom>
          <a:noFill/>
          <a:ln w="25400">
            <a:solidFill>
              <a:srgbClr val="C5CBD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558784" y="2907792"/>
            <a:ext cx="914400" cy="0"/>
          </a:xfrm>
          <a:prstGeom prst="line">
            <a:avLst/>
          </a:prstGeom>
          <a:noFill/>
          <a:ln w="25400">
            <a:solidFill>
              <a:srgbClr val="C5CBD5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777240" y="1901952"/>
            <a:ext cx="2011680" cy="2048256"/>
          </a:xfrm>
          <a:prstGeom prst="roundRect">
            <a:avLst>
              <a:gd name="adj" fmla="val 3636"/>
            </a:avLst>
          </a:prstGeom>
          <a:solidFill>
            <a:srgbClr val="FBE6EF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472184" y="2176272"/>
            <a:ext cx="621792" cy="621792"/>
          </a:xfrm>
          <a:prstGeom prst="ellipse">
            <a:avLst/>
          </a:prstGeom>
          <a:solidFill>
            <a:srgbClr val="ED145B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1636776" y="232257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pt-BR" sz="1230" b="1" dirty="0"/>
              <a:t>Acesso à aplicação</a:t>
            </a:r>
            <a:endParaRPr lang="en-US" sz="1230" b="1" dirty="0"/>
          </a:p>
        </p:txBody>
      </p:sp>
      <p:sp>
        <p:nvSpPr>
          <p:cNvPr id="12" name="Text 10"/>
          <p:cNvSpPr/>
          <p:nvPr/>
        </p:nvSpPr>
        <p:spPr>
          <a:xfrm>
            <a:off x="941832" y="345643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pt-BR" sz="900" dirty="0"/>
              <a:t>Usuário acessa a aplicação </a:t>
            </a:r>
            <a:r>
              <a:rPr lang="pt-BR" sz="900" dirty="0" err="1"/>
              <a:t>Streamlit</a:t>
            </a:r>
            <a:r>
              <a:rPr lang="pt-BR" sz="900" dirty="0"/>
              <a:t>.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3895344" y="1901952"/>
            <a:ext cx="2011680" cy="2048256"/>
          </a:xfrm>
          <a:prstGeom prst="roundRect">
            <a:avLst>
              <a:gd name="adj" fmla="val 3636"/>
            </a:avLst>
          </a:prstGeom>
          <a:solidFill>
            <a:srgbClr val="EFE4F3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4590288" y="2176272"/>
            <a:ext cx="621792" cy="621792"/>
          </a:xfrm>
          <a:prstGeom prst="ellipse">
            <a:avLst/>
          </a:prstGeom>
          <a:solidFill>
            <a:srgbClr val="7A2B8A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754880" y="232257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078224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pt-BR" sz="1230" b="1" dirty="0"/>
              <a:t>Seleção da análise</a:t>
            </a:r>
            <a:endParaRPr lang="en-US" sz="1230" b="1" dirty="0"/>
          </a:p>
        </p:txBody>
      </p:sp>
      <p:sp>
        <p:nvSpPr>
          <p:cNvPr id="17" name="Text 15"/>
          <p:cNvSpPr/>
          <p:nvPr/>
        </p:nvSpPr>
        <p:spPr>
          <a:xfrm>
            <a:off x="4059936" y="345643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 err="1">
                <a:solidFill>
                  <a:srgbClr val="5D6270"/>
                </a:solidFill>
              </a:rPr>
              <a:t>Acesso</a:t>
            </a:r>
            <a:r>
              <a:rPr lang="en-US" sz="870" dirty="0">
                <a:solidFill>
                  <a:srgbClr val="5D6270"/>
                </a:solidFill>
              </a:rPr>
              <a:t> do link </a:t>
            </a:r>
            <a:r>
              <a:rPr lang="en-US" sz="870" dirty="0" err="1">
                <a:solidFill>
                  <a:srgbClr val="5D6270"/>
                </a:solidFill>
              </a:rPr>
              <a:t>desejado</a:t>
            </a:r>
            <a:r>
              <a:rPr lang="en-US" sz="870" dirty="0">
                <a:solidFill>
                  <a:srgbClr val="5D6270"/>
                </a:solidFill>
              </a:rPr>
              <a:t>.</a:t>
            </a:r>
            <a:endParaRPr lang="en-US" sz="870" dirty="0"/>
          </a:p>
        </p:txBody>
      </p:sp>
      <p:sp>
        <p:nvSpPr>
          <p:cNvPr id="18" name="Shape 16"/>
          <p:cNvSpPr/>
          <p:nvPr/>
        </p:nvSpPr>
        <p:spPr>
          <a:xfrm>
            <a:off x="6931152" y="1901952"/>
            <a:ext cx="2011680" cy="2048256"/>
          </a:xfrm>
          <a:prstGeom prst="roundRect">
            <a:avLst>
              <a:gd name="adj" fmla="val 3636"/>
            </a:avLst>
          </a:prstGeom>
          <a:solidFill>
            <a:srgbClr val="E8F8FB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7626096" y="2176272"/>
            <a:ext cx="621792" cy="621792"/>
          </a:xfrm>
          <a:prstGeom prst="ellipse">
            <a:avLst/>
          </a:prstGeom>
          <a:solidFill>
            <a:srgbClr val="20C5D8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790688" y="232257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14032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 err="1">
                <a:solidFill>
                  <a:srgbClr val="15151C"/>
                </a:solidFill>
              </a:rPr>
              <a:t>Processamento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7095744" y="345643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pt-BR" sz="900" dirty="0"/>
              <a:t>A aplicação carrega e organiza os dados correspondentes.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9601200" y="1901952"/>
            <a:ext cx="2011680" cy="2048256"/>
          </a:xfrm>
          <a:prstGeom prst="roundRect">
            <a:avLst>
              <a:gd name="adj" fmla="val 3636"/>
            </a:avLst>
          </a:prstGeom>
          <a:solidFill>
            <a:srgbClr val="E8F6EF"/>
          </a:solidFill>
          <a:ln w="12700">
            <a:solidFill>
              <a:srgbClr val="E2E5E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10296144" y="2176272"/>
            <a:ext cx="621792" cy="621792"/>
          </a:xfrm>
          <a:prstGeom prst="ellipse">
            <a:avLst/>
          </a:prstGeom>
          <a:solidFill>
            <a:srgbClr val="33B679"/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10460736" y="232257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784080" y="3127248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 err="1">
                <a:solidFill>
                  <a:srgbClr val="15151C"/>
                </a:solidFill>
              </a:rPr>
              <a:t>Visualização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9765792" y="3456432"/>
            <a:ext cx="16824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pt-BR" sz="900" dirty="0"/>
              <a:t>Apresentação dos dashboards e resultados.</a:t>
            </a:r>
            <a:endParaRPr lang="en-US" sz="870" dirty="0"/>
          </a:p>
        </p:txBody>
      </p:sp>
      <p:sp>
        <p:nvSpPr>
          <p:cNvPr id="29" name="Text 27"/>
          <p:cNvSpPr/>
          <p:nvPr/>
        </p:nvSpPr>
        <p:spPr>
          <a:xfrm>
            <a:off x="777240" y="5049171"/>
            <a:ext cx="10927080" cy="7938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pt-BR" sz="1600" b="1" dirty="0"/>
              <a:t>Aplicação disponível em </a:t>
            </a:r>
            <a:r>
              <a:rPr lang="pt-BR" sz="1600" b="1" dirty="0" err="1"/>
              <a:t>Streamlit</a:t>
            </a:r>
            <a:endParaRPr lang="pt-BR" sz="1600" b="1" dirty="0"/>
          </a:p>
          <a:p>
            <a:endParaRPr lang="pt-BR" sz="1600" b="1" dirty="0"/>
          </a:p>
          <a:p>
            <a:endParaRPr sz="1400" u="sng" dirty="0">
              <a:solidFill>
                <a:srgbClr val="0563C1"/>
              </a:solidFill>
              <a:hlinkClick r:id="rId3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8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| Tech Challenge — Fase 5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0E99057B-1418-5555-866A-70D62F8ADF40}"/>
              </a:ext>
            </a:extLst>
          </p:cNvPr>
          <p:cNvSpPr/>
          <p:nvPr/>
        </p:nvSpPr>
        <p:spPr>
          <a:xfrm>
            <a:off x="777240" y="5430607"/>
            <a:ext cx="2122714" cy="5878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ACESSAR APLICAÇÃO</a:t>
            </a:r>
            <a:endParaRPr lang="pt-BR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145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502920" y="6446520"/>
            <a:ext cx="11201400" cy="0"/>
          </a:xfrm>
          <a:prstGeom prst="line">
            <a:avLst/>
          </a:prstGeom>
          <a:noFill/>
          <a:ln w="7620">
            <a:solidFill>
              <a:srgbClr val="D6D8D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594360" y="65196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FIAP | Tech Challenge — Fase 5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1201400" y="65196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5D62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23" name="TextBox 22"/>
          <p:cNvSpPr txBox="1"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11827"/>
                </a:solidFill>
              </a:rPr>
              <a:t>Conclusão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1536192"/>
            <a:ext cx="3310128" cy="2423160"/>
          </a:xfrm>
          <a:prstGeom prst="roundRect">
            <a:avLst/>
          </a:prstGeom>
          <a:solidFill>
            <a:srgbClr val="FDE8F0"/>
          </a:solidFill>
          <a:ln w="12700"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63524" y="1764792"/>
            <a:ext cx="566928" cy="566928"/>
          </a:xfrm>
          <a:prstGeom prst="ellipse">
            <a:avLst/>
          </a:prstGeom>
          <a:solidFill>
            <a:srgbClr val="ED145B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30452" y="1889236"/>
            <a:ext cx="27249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/>
              <a:t>Evolução dos alunos</a:t>
            </a:r>
            <a:endParaRPr sz="1700" b="1" dirty="0">
              <a:solidFill>
                <a:srgbClr val="111827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68679" y="2472799"/>
            <a:ext cx="286729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A adequação de nível apresentou melhora recente, mas o desempenho acadêmico ainda não mostra crescimento contínuo.</a:t>
            </a:r>
            <a:endParaRPr sz="1450" dirty="0">
              <a:solidFill>
                <a:srgbClr val="565F71"/>
              </a:solidFill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70832" y="1536192"/>
            <a:ext cx="3310128" cy="2423160"/>
          </a:xfrm>
          <a:prstGeom prst="roundRect">
            <a:avLst/>
          </a:prstGeom>
          <a:solidFill>
            <a:srgbClr val="EDE7F6"/>
          </a:solidFill>
          <a:ln w="12700"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517136" y="1782743"/>
            <a:ext cx="566928" cy="566928"/>
          </a:xfrm>
          <a:prstGeom prst="ellipse">
            <a:avLst/>
          </a:prstGeom>
          <a:solidFill>
            <a:srgbClr val="7E2B90"/>
          </a:solidFill>
          <a:ln>
            <a:solidFill>
              <a:srgbClr val="7E2B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0056" y="1854273"/>
            <a:ext cx="27249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/>
              <a:t>Indicadores relacionados</a:t>
            </a:r>
            <a:endParaRPr sz="1700" b="1" dirty="0">
              <a:solidFill>
                <a:srgbClr val="111827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90506" y="2421696"/>
            <a:ext cx="29347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O engajamento se destaca pela associação com o ponto de virada, enquanto aspectos psicossociais e psicopedagógicos ajudam a complementar a análise.</a:t>
            </a:r>
            <a:endParaRPr sz="1450" dirty="0">
              <a:solidFill>
                <a:srgbClr val="565F71"/>
              </a:solidFill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147304" y="1536192"/>
            <a:ext cx="3310128" cy="2423160"/>
          </a:xfrm>
          <a:prstGeom prst="roundRect">
            <a:avLst/>
          </a:prstGeom>
          <a:solidFill>
            <a:srgbClr val="E2F6EE"/>
          </a:solidFill>
          <a:ln w="12700">
            <a:solidFill>
              <a:srgbClr val="E6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247888" y="1747780"/>
            <a:ext cx="566928" cy="566928"/>
          </a:xfrm>
          <a:prstGeom prst="ellipse">
            <a:avLst/>
          </a:prstGeom>
          <a:solidFill>
            <a:srgbClr val="36B579"/>
          </a:solidFill>
          <a:ln>
            <a:solidFill>
              <a:srgbClr val="36B5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42248" y="1904625"/>
            <a:ext cx="2724912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700" b="1" dirty="0"/>
              <a:t>Visão multidimensional</a:t>
            </a:r>
            <a:endParaRPr sz="1700" b="1" dirty="0">
              <a:solidFill>
                <a:srgbClr val="111827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8439912" y="2458173"/>
            <a:ext cx="272491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Os maiores valores de INDE aparecem quando múltiplos indicadores apresentam bons resultados simultaneamente.</a:t>
            </a:r>
            <a:endParaRPr sz="1450" dirty="0">
              <a:solidFill>
                <a:srgbClr val="565F71"/>
              </a:solidFill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94360" y="4315968"/>
            <a:ext cx="10991088" cy="1115568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E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94360" y="4315968"/>
            <a:ext cx="109728" cy="1115568"/>
          </a:xfrm>
          <a:prstGeom prst="rect">
            <a:avLst/>
          </a:prstGeom>
          <a:solidFill>
            <a:srgbClr val="ED145B"/>
          </a:solidFill>
          <a:ln>
            <a:solidFill>
              <a:srgbClr val="ED14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68680" y="4498848"/>
            <a:ext cx="103784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dirty="0" err="1">
                <a:solidFill>
                  <a:srgbClr val="111827"/>
                </a:solidFill>
              </a:rPr>
              <a:t>Mensagem</a:t>
            </a:r>
            <a:r>
              <a:rPr sz="1600" b="1" dirty="0">
                <a:solidFill>
                  <a:srgbClr val="111827"/>
                </a:solidFill>
              </a:rPr>
              <a:t> final: </a:t>
            </a:r>
            <a:r>
              <a:rPr lang="pt-BR" sz="1600" dirty="0"/>
              <a:t>o projeto transforma dados educacionais em informações acessíveis, permitindo acompanhar indicadores, identificar padrões e apoiar análises sobre a evolução dos alunos da Passos Mágicos.</a:t>
            </a:r>
            <a:endParaRPr sz="1600" dirty="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1039</Words>
  <Application>Microsoft Office PowerPoint</Application>
  <PresentationFormat>Widescreen</PresentationFormat>
  <Paragraphs>152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Challenge - Fase 4</dc:title>
  <dc:subject>Tech Challenge Fase 4 - Obesity ML</dc:subject>
  <dc:creator>OpenAI</dc:creator>
  <cp:lastModifiedBy>Mônica Mariano</cp:lastModifiedBy>
  <cp:revision>5</cp:revision>
  <dcterms:created xsi:type="dcterms:W3CDTF">2026-08-09T19:49:19Z</dcterms:created>
  <dcterms:modified xsi:type="dcterms:W3CDTF">2026-09-29T01:35:45Z</dcterms:modified>
</cp:coreProperties>
</file>